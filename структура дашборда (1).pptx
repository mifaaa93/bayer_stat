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4" r:id="rId12"/>
    <p:sldId id="266" r:id="rId13"/>
    <p:sldId id="267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00:46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19151 0 23732,'-19151'13895'0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01:01.5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 24575,'0'-1'0,"0"-1"0,1 1 0,0 0 0,-1 0 0,1 0 0,-1 0 0,1 0 0,0 0 0,0 0 0,-1 0 0,1 1 0,0-1 0,0 0 0,0 0 0,0 1 0,0-1 0,0 0 0,0 1 0,0-1 0,1 1 0,-1 0 0,0-1 0,0 1 0,0 0 0,0-1 0,1 1 0,1 0 0,39-4 0,-38 3 0,3 1 0,0 0 0,-1 0 0,1 0 0,0 1 0,-1 0 0,1 1 0,0-1 0,-1 1 0,0 0 0,13 6 0,-5 1 0,1 1 0,-1 0 0,12 12 0,-20-17 0,138 106 0,20 11 0,-34-27 0,21 13 0,28 23 0,157 143-1046,321 184-481,174 77-426,-434-277 1953,-217-145-519,75 50 339,-29-16 180,35 26 0,78 50 0,-196-128-19,37 28 338,95 80-31,-72-56-169,-67-48 274,137 110 754,187 238-1147,-266-234 1133,108 142 712,-257-300-1845,-24-28 0,33 34 0,84 74 0,16 4 0,-89-83 0,100 74 0,-110-93 0,79 67 0,-7-7 0,-78-59 0,65 59 0,36 28 0,12 16 0,-49-50 0,-11-15 0,-51-42 0,46 43 0,44 30 0,-129-98 0,0 1 0,0 0 0,-1 1 0,9 11 0,30 27 0,-38-38 0,-1 0 0,-1 1 0,11 14 0,15 18 0,194 213 0,-104-122 0,0 5 0,-72-84 0,-11-9 0,86 70 0,-107-98 0,-1 1 0,-1 0 0,22 30 0,24 25 0,16 30 0,-51-68 0,29 44 0,-36-46 0,2-2 0,29 31 0,-36-43 0,-1 1 0,24 39 0,-25-36 0,1 0 0,21 23 0,-32-40 0,28 29 0,41 55 0,-70-84 0,1-1 0,0 0 0,0-1 0,15 12 0,-13-12 0,-1 1 0,0 0 0,0 0 0,8 10 0,-5-3 37,-1 2-213,1-1 1,1 0 0,1 0 0,0-2 0,1 0-1,0 0 1,20 12 0,-19-18-6651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01:07.6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01:12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1 582 24575,'52'21'0,"-34"-14"0,-1 0 0,27 17 0,-31-16 0,1-1 0,-1 0 0,1-1 0,0 0 0,16 3 0,8 1 0,-28-6 0,0-1 0,1-1 0,-1 0 0,1 0 0,20 0 0,-28-2 0,0-1 0,0 1 0,0-1 0,0 0 0,0 0 0,0 0 0,-1 0 0,1 0 0,0-1 0,0 1 0,-1-1 0,1 0 0,-1 0 0,0 0 0,1 0 0,-1 0 0,0 0 0,0-1 0,0 1 0,-1-1 0,1 1 0,-1-1 0,1 0 0,-1 1 0,1-5 0,4-10 0,-1 0 0,-1 0 0,0 0 0,-2 0 0,2-26 0,-4 25 0,2 0 0,1-1 0,0 1 0,1 1 0,7-20 0,1 1 0,-1-2 0,10-72 0,-1-47 0,-13 114-1365,-5 23-5461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01:15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24575,'-1'98'0,"3"109"0,0-195 20,0-1 0,1 0 0,0 0 0,0 0 0,7 12 0,-9-20-38,0 0-1,1 0 1,0 0 0,0-1 0,0 1-1,0 0 1,0-1 0,0 0 0,1 1-1,2 1 1,-4-3-28,0-1 0,0 1 0,0-1 1,0 1-1,1-1 0,-1 1 0,0-1 0,0 0 0,0 0 0,1 0 1,-1 0-1,0 1 0,0-2 0,0 1 0,1 0 0,-1 0 0,0 0 1,0 0-1,0-1 0,1 1 0,-1-1 0,0 1 0,0-1 0,0 1 1,0-1-1,0 0 0,1 0 0,8-7-6780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01:16.3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 24575,'124'2'0,"134"-5"0,-190-9 0,-50 8 0,1 0 0,28-1 0,-23 4-1365,-2 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01:17.2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24575,'1'19'0,"1"1"0,7 32 0,-4-31 0,-2 0 0,2 24 0,-3-18 0,2 0 0,0-1 0,12 39 0,-11-57-1365,0-3-5461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01:21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0 312 24575,'0'-4'0,"4"-2"0,2-4 0,-1-4 0,0-5 0,-2-3 0,3 2 0,1 1 0,-1-2 0,-1-1 0,-2-1 0,-2-1 0,4 3 0,1 2 0,0-1 0,2 3 0,1 0 0,-2 3-8191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01:22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24575,'19'1'0,"0"1"0,34 8 0,-33-6 0,1 0 0,24 1 0,6-5 0,-21 0 0,0 1 0,-1 1 0,46 10 0,-32-5-1365,-24-4-5461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01:24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24575,'19'1'0,"0"1"0,0 1 0,-1 1 0,35 12 0,-34-10 0,0 0 0,1-2 0,-1 0 0,31 2 0,102-7-1365,-130 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01:25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1 24575,'0'21'0,"-1"0"0,-1 0 0,-1 1 0,-1-2 0,-1 1 0,0 0 0,-12 25 0,-10 6-62,15-30-198,1 0-1,1 0 0,0 2 1,-6 27-1,12-33-6565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01:59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24575,'1'0'0,"0"0"0,0 1 0,1-1 0,-1 1 0,0-1 0,0 1 0,0 0 0,0-1 0,0 1 0,0 0 0,-1 0 0,1 0 0,0 0 0,0 0 0,-1 0 0,1 0 0,0 0 0,-1 0 0,1 0 0,-1 0 0,1 0 0,-1 0 0,0 1 0,1-1 0,-1 0 0,0 0 0,0 2 0,5 39 0,-5-37 0,2 99 0,-3-70 0,2-1 0,0 1 0,12 55 0,18 58 0,-23-96 0,22 106 0,-13-77 0,10 133 0,-21-169 0,13 45 0,-11-57 0,-2 1 0,0 0 0,0 43 0,-5-50 0,2 0 0,5 27 0,5 45 0,0 11 0,-8-75 0,2 52 0,-7-50 0,0-6 0,0 1 0,2 0 0,11 54 0,13 67 0,-21-124 0,-1 1 0,-1 52 0,-3-53 0,1 1 0,10 56 0,4 20 0,-3-18 0,13 77 0,-22-152 0,7 29 0,-2 1 0,-1 0 0,1 63 0,-8-66 0,2-1 0,10 64 0,-1-4 0,-9-66 0,11 51 0,-1-17 0,-10-48 0,2 1 0,0-1 0,1 0 0,11 29 0,-10-32 0,-1 1 0,-1-1 0,-1 1 0,4 31 0,2 13 0,16 118 0,-20-148 0,3 56 0,-7-63 0,1 0 0,1-1 0,0 1 0,12 35 0,-8-36 0,-2 1 0,0-1 0,-1 1 0,2 39 0,-8 97 0,0-58 0,2 737 0,1-820 0,1 1 0,8 35 0,-6-34 0,0 0 0,1 26 0,-7 155 0,4 81 0,10-214 0,-7-49 0,-2 0 0,2 27 0,-4 5 0,-2-21 0,2-1 0,2 1 0,8 44 0,-4-32 0,-2 1 0,-1-1 0,-3 1 0,-5 56 0,1 3 0,3 330 0,2-409 0,0 0 0,2 0 0,1-1 0,8 28 0,-6-27 0,-1 1 0,-1 0 0,3 42 0,5 32 0,-8-71 0,2 51 0,-8 609 0,6-641-1365,0-30-5461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01:59.9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219 262 24575,'-2'-4'0,"-1"0"0,1 0 0,-1 1 0,0-1 0,0 1 0,0 0 0,0 0 0,-6-4 0,-7-10 0,-28-40 0,17 21 0,-52-56 0,67 80-1365,2 0-5461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02:00.5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0 736 24575,'2'-1'0,"-1"0"0,1 1 0,0-1 0,-1 0 0,1 0 0,-1 0 0,0-1 0,1 1 0,-1 0 0,0 0 0,1-1 0,-1 1 0,0-1 0,0 1 0,0-1 0,0 1 0,0-3 0,15-30 0,34-82 0,-21 52 0,-17 39 0,25-37 0,-26 44 0,1-1 0,-2 0 0,14-37 0,-14 26 0,10-63 0,-16 73 44,1 0 1,10-26-1,6-25-1542,-18 52-5328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02:02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216 1 24575,'-1'0'0,"-1"1"0,1-1 0,0 1 0,0-1 0,0 1 0,0 0 0,0 0 0,0-1 0,0 1 0,0 0 0,1 0 0,-1 0 0,0 0 0,0 0 0,1 0 0,-1 0 0,0 1 0,1-1 0,-1 2 0,-13 31 0,11-24 0,-14 44 0,13-39 0,0 0 0,-2 0 0,-10 21 0,5-12 0,1 0 0,1 0 0,-9 39 0,13-39 0,-2 0 0,-1-1 0,-1 0 0,-15 28 0,18-41-170,1 1-1,1 0 0,0 0 1,0 1-1,1-1 0,1 1 1,-3 20-1,6-20-6655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02:02.8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24575,'1'4'0,"0"1"0,1-1 0,-1 1 0,1-1 0,0 0 0,0 1 0,1-1 0,4 6 0,5 10 0,-7-7 0,1-1 0,0 1 0,1-1 0,0-1 0,1 0 0,0 0 0,1 0 0,0-1 0,11 10 0,-12-12 0,1 0 0,-2 1 0,1 1 0,-1-1 0,-1 1 0,9 17 0,-8-14 0,1 1 0,0-2 0,14 17 0,-7-11 0,-2 1 0,0 0 0,-1 2 0,11 23 0,14 26 0,-12-27-102,-14-22 177,1-1 0,16 22 0,-24-37-182,0 0 1,0 0 0,0-1 0,1 0-1,0 0 1,0 0 0,0-1 0,0 1-1,0-1 1,1 0 0,-1-1-1,1 1 1,6 1 0,6 0-6720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02:20.1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869 0 9830,'0'4'84,"0"-1"0,0 0 0,-1 0 0,1 0 0,-1 1 0,0-1 0,0 0 0,0 0 0,0 0 1,-1 0-1,1-1 0,-1 1 0,1 0 0,-1 0 0,0-1 0,-4 4 0,-41 28 708,5-6-169,29-17-322,-1-1 0,-1-1 1,0 0-1,0-1 0,-23 8 0,22-10-13,1 1 0,0 0 0,1 1 0,-1 1 0,1 0 0,-14 14 0,-11 8 450,31-26-570,1 1-1,-1 0 1,1 0-1,0 1 1,0 0-1,-5 8 1,-48 57 1232,45-56-1002,1 0 0,1 1 0,0 0 0,-16 32 0,14-24 296,0 0 1,-32 40-1,29-42-23,0 2 0,-21 40 0,-55 96-351,89-147-320,0 0 0,1 0 0,0 0 0,1 1 0,-1 14 0,-4 15 0,2-1 0,2-1 0,2 1 0,4 64 0,0-20 0,-2-78 0,1 1 0,0-1 0,0 0 0,1 1 0,0-1 0,1 0 0,0 0 0,0 0 0,1-1 0,0 1 0,0-1 0,1 0 0,0 0 0,1-1 0,-1 1 0,2-1 0,6 6 0,20 27 0,-28-32 0,1 0 0,0-1 0,1 0 0,-1 0 0,15 10 0,8 4 0,-11-7 0,1-1 0,39 19 0,101 47 0,-140-68 0,-3-1 0,0 0 0,0-2 0,1 0 0,0-1 0,32 9 0,100 24 0,-60-14 0,-67-21 0,2-1 0,23 1 0,37 6 0,94 15 0,-140-20 0,53 3 0,8 1 0,172 27 0,-124-13 0,-101-15 0,0-2 0,55 3 0,41 3 0,-92-7 0,53 1 0,354-8 0,-430-2 0,-1 0 0,0-2 0,0-1 0,-1 0 0,1-2 0,34-16 0,-23 9 0,66-17 0,-78 27 0,0 0 0,0-2 0,0-2 0,-1 0 0,24-13 0,7-6-34,-40 22-17,0-2 1,0 0 0,-1 0-1,0-1 1,0-1 0,21-20-1,-20 13-337,0 0-1,-1-1 0,18-28 0,-27 36 233,0 0 0,-1-1 0,0 1 0,-1-1 0,0 1-1,0-1 1,-1 0 0,0 0 0,-1-15 0,3-18-911,17-83-1,-12 85 40,6-80 0,-15 107 877,0-1 0,-1 1 0,-1 0 0,0 0-1,-1-1 1,0 2 0,-2-1 0,0 0 0,-7-14 0,-23-35 227,23 45-192,1-1 1,-11-26 0,9 15 263,-1 1 0,-2 1 1,-1 0-1,-2 1 1,0 1-1,-2 1 1,-46-45-1,25 18-18,38 46-73,-1 0 0,1 1 0,-2-1 0,1 1 0,0 0-1,-1 0 1,0 1 0,-1 0 0,1 0 0,-1 0 0,0 1 0,0 0 0,0 0 0,-11-3 0,-3-1 168,-1-2 0,1 0 0,1-1 0,-30-22 0,-44-22 579,-5-1 31,73 40-527,0 0 0,0 2 0,-47-16 0,-9-6 350,62 26-415,0 0 0,-36-10 1,3 6 107,10 4 146,-66-26 0,91 30-415,0 1 0,0 1 0,0 0-1,-37-2 1,-25-5 84,51 6-166,-53-1 0,54 4 0,0 0 0,-34-8 0,35 5 0,-1 2 0,-33-2 0,33 4 0,0-1 0,-29-7 0,39 5 0,-22-6 0,0 2 0,-1 1 0,-63-1 0,-456 9 0,554-1 0,0 0 0,0 1 0,0 0 0,0 0 0,0 0 0,0 0 0,0 1 0,1 0 0,-1 0 0,1 1 0,-1-1 0,1 1 0,0 1 0,-10 6 0,4 2 0,0 0 0,0 0 0,1 1 0,-10 18 0,16-26 0,-2 2 0,0 0 0,0-1 0,-1 1 0,0-1 0,0-1 0,0 0 0,-13 8 0,11-8 0,0 1 0,0 0 0,0 1 0,1 0 0,-8 9 0,14-14 0,-27 40 0,23-27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02:32.5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02:38.0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9830,'0'0'0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15:27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17524 7796 24575,'-30'0'0,"5"1"0,1 0 0,-1-2 0,0-1 0,0-1 0,1-1 0,-1-1 0,1-1 0,-30-12 0,-115-51-1101,-332-89 0,61 31-3127,-453-135 746,106 61 1808,-805-177 916,1327 306 541,-158-38 1362,22 10 76,222 54-1036,16 0 676,-67-15 196,133 35-461,2-5-1,-91-42 0,5 2-3,-295-97-592,309 102 0,44 18 276,-135-33 0,94 32-125,-182-61 496,186 70-628,-57-19-496,27 1 1696,159 49-1121,-68-15 1828,61 16-1538,-1-2 1,2-1-1,-54-24 0,7 2-359,61 25-30,0 0 0,-29-16 0,-148-74 1,-29-10 17,10 5-970,-29-9 424,37 19 118,-396-178-936,135 40 1043,311 146 339,-343-183-318,419 225 222,-167-97-272,210 116 760,-56-27 0,-7-2-457,50 22 729,-461-260 1947,271 164-2646,145 78 0,-18-10 0,67 27 0,2-1 0,-84-75 0,86 72 0,39 32 0,0-1 0,1-1 0,0 0 0,0 0 0,0 0 0,0-1 0,-9-12 0,10 11 0,-1-1 0,0 1 0,-1 1 0,-16-14 0,15 15 0,1-2 0,0 1 0,0-1 0,-11-15 0,12 14 0,0 1 0,0 0 0,0 1 0,-17-13 0,16 13 0,-1 0 0,2 0 0,-1 0 0,-12-18 0,9 12 0,0 0 0,-1 0 0,0 1 0,-26-19 0,-14-14 0,11 3 0,17 16 0,-2 0 0,-49-37 0,47 42 0,-34-34 0,31 25 0,-69-75 0,61 61 0,8 14 0,-15-19 0,-92-122 0,56 64 0,73 97 0,1 1 0,-1 0 0,-1 1 0,-19-13 0,-11-11 0,-6-12 0,22 21 0,0 0 0,-1 2 0,-1 1 0,-36-21 0,46 31 0,1-1 0,-24-20 0,-18-13 0,17 15 0,-42-37 0,20 15 0,-118-100 0,163 137 0,0 0 0,-32-18 0,-12-9 0,-91-63 0,57 37 0,-109-70 0,-13 13 0,50 29 0,-104-53 0,198 117-1365,58 24-5461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15:28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24575,'1'18'0,"2"1"0,0 0 0,1-1 0,1 0 0,1 0 0,15 34 0,-10-26 0,14 50 0,-11-17 0,36 89 0,-40-127-1365,1-4-5461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15:29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24575,'866'0'0,"-852"1"-242,0 1-1,0 0 1,1 1 0,14 5-1,-27-8 90,16 5-6673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15:30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428 1 24575,'1'17'0,"1"1"0,1-1 0,1 0 0,0 1 0,8 18 0,-6-18 0,0 1 0,-1 0 0,4 39 0,5 29 0,-9-64 0,-1 1 0,0 24 0,-3-24 0,-3 136 0,2-158 0,-1 1 0,0 0 0,1 0 0,-1-1 0,0 1 0,-1 0 0,1-1 0,0 1 0,-1-1 0,1 1 0,-1-1 0,0 0 0,0 0 0,0 0 0,0 0 0,0 0 0,0 0 0,0 0 0,-1-1 0,1 1 0,-1-1 0,1 0 0,-1 0 0,0 0 0,1 0 0,-1 0 0,0 0 0,0-1 0,1 1 0,-6-1 0,-12 2 0,1-1 0,0-1 0,-32-4 0,15 1 0,1 2-115,-1 1 239,-57-9 1,81 7-292,0-1 1,-1 0-1,1-1 1,1-1-1,-1 0 1,1 0-1,0-1 1,-14-9-1,12 5-6659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15:42.9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12177 0 24575,'-15'2'0,"1"0"0,-1 1 0,1 0 0,-1 2 0,1-1 0,1 2 0,-1 0 0,1 0 0,0 1 0,-17 13 0,6-6 0,-43 20 0,-119 43-254,-161 57-390,-456 119-2987,627-190 2827,-202 104 0,70-29 129,-416 207 675,515-240 0,-396 228-1581,266-116 1726,151-94-84,-193 149 437,204-141-138,-230 194-188,159-125-167,107-89-37,-576 385 1074,694-481-1123,-578 383 81,164-83 473,224-136-19,-26 19 529,211-178-535,2 2-1,-46 48 1,39-39 412,-1-1 0,-64 44 0,-9 7-470,-9 11-390,98-77 0,0-1 0,-37 21 0,35-23 0,0 1 0,-32 28 0,24-18 0,0-1 0,-55 32 0,51-35 0,1 2 0,-41 34 0,-87 119 0,131-140 0,10-16 0,0 0 0,-21 15 0,23-20 0,0 1 0,1 0 0,-24 30 0,-55 74 0,-15 22 0,3-5 0,73-90 0,12-18 0,-25 42 0,38-57 0,-1 0 0,1-1 0,-21 19 0,-12 16 0,-34 47 0,-125 119 0,188-199 0,1 1 0,0 0 0,1 1 0,1 0 0,0 0 0,-10 28 0,12-30 0,0-1 0,0 0 0,-1-1 0,-1 0 0,-19 20 0,5-6 0,-27 19 0,41-37 0,0-1 0,1 2 0,-1-1 0,-11 16 0,4-4 0,-2-1 0,1-1 0,-27 20 0,-19 18 0,-18 29 0,37-36 0,-3-2 0,-88 69 0,63-71 0,49-31 0,0 1 0,1 1 0,-28 24 0,10-7 0,32-27 0,0 1 0,1 0 0,-1 0 0,1 1 0,0 0 0,-6 10 0,0-2 0,0-1 0,-1 0 0,-1 0 0,0-2 0,-1 0 0,-23 14 0,-39 31 0,70-49 0,0 1 0,1 0 0,0 0 0,-8 14 0,-19 23 0,-44 59 0,23-35 0,39-48 0,-34 37 0,-46 45 0,81-90 0,0-1 0,0 0 0,-1-1 0,-1-1 0,1 0 0,-29 12 0,35-17 0,0 0 0,1 1 0,0 0 0,-16 16 0,-27 20 0,51-43 0,0 1 0,1-1 0,-1 1 0,0-1 0,0 0 0,0 0 0,1 1 0,-1-1 0,0 0 0,0 0 0,0 0 0,0 0 0,0 0 0,1 0 0,-1 0 0,0 0 0,0 0 0,0 0 0,0-1 0,0 1 0,1 0 0,-1 0 0,0-1 0,0 1 0,0-1 0,1 1 0,-1-1 0,0 1 0,1-1 0,-1 1 0,0-1 0,1 0 0,-1 1 0,1-1 0,-1 0 0,1 1 0,-1-1 0,1 0 0,0 0 0,-1 0 0,1 1 0,0-1 0,-1 0 0,1 0 0,0 0 0,0 0 0,0 1 0,0-1 0,0 0 0,0-1 0,-4-52 0,4 48 0,3-421 0,-6 459 0,-1-1 0,-1 0 0,-2 0 0,-1-1 0,-21 52 0,25-71 0,-1 0 0,2 0 0,-1 1 0,2-1 0,0 1 0,-1 13 0,2-22 0,1 0 0,0-1 0,0 1 0,0-1 0,1 1 0,-1-1 0,1 1 0,-1-1 0,1 1 0,0-1 0,0 1 0,0-1 0,0 0 0,0 1 0,1-1 0,-1 0 0,1 0 0,-1 0 0,1 0 0,0 0 0,0-1 0,0 1 0,0 0 0,0-1 0,0 1 0,0-1 0,0 0 0,1 0 0,-1 0 0,1 0 0,-1 0 0,1 0 0,4 0 0,14 1 0,1 0 0,0-2 0,-1 0 0,1-2 0,0 0 0,34-9 0,-24 5 0,-1 1 0,36-1 0,-49 5 0,-1-1 0,33-7 0,24-4 0,-69 13 8,1 0-1,-1-1 1,1 0-1,-1 0 1,1 0-1,-1-1 1,0 1-1,0-1 1,1-1-1,-1 1 1,-1-1-1,1 0 1,0 0-1,-1 0 1,8-7-1,-4 0-255,0 0 1,-1-1-1,0 1 1,-1-2-1,9-20 1,-8 17-6579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15:44.5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24575,'12'2'0,"0"0"0,0 0 0,0 1 0,0 1 0,-1 0 0,1 1 0,11 6 0,30 12 0,-27-16 0,0-1 0,0-1 0,1-1 0,32 1 0,112-7 0,-61-1 0,-103 3 0,1 0 0,-1 0 0,1 0 0,-1 1 0,0 0 0,1 1 0,-1-1 0,9 5 0,-13-4 0,-1-1 0,1 1 0,-1 0 0,0 0 0,0 0 0,0 0 0,0 1 0,0-1 0,0 1 0,-1-1 0,1 1 0,-1-1 0,1 1 0,-1 0 0,0 0 0,0 0 0,-1 0 0,1 0 0,-1 0 0,1 0 0,-1 0 0,0 0 0,0 4 0,-1 20 0,-1-1 0,-1 1 0,-1-1 0,-1 1 0,-2-1 0,0 0 0,-2-1 0,-14 28 0,17-39 0,-2 0 0,-18 25 0,-13 24 0,27-36-682,-14 53-1,20-58-6143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15:46.7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6819 8472 24575,'-2'-5'0,"-1"0"0,1 0 0,-1 0 0,0 0 0,0 0 0,0 1 0,0-1 0,-1 1 0,0 0 0,0 0 0,-8-6 0,0 0 0,-21-23 0,-2 2 0,-51-34 0,-113-85 0,-19-14 0,44 20-354,44 34 125,-342-291-1886,103 83 644,245 206 1189,-118-138 0,94 93-1561,-17-30 1410,91 101 135,-98-90 1,45 64 700,-139-127 926,-272-318-2388,514 529 1059,-47-54 0,-87-78 0,96 100-51,-65-82 1,10 8-2,95 111 52,-65-67 0,-122-165 0,-45-89 6450,99 91-5864,116 186-538,-98-145-48,87 137 0,21 32 0,1-1 0,-28-64 0,27 50 0,-71-106 0,30 55 0,-77-119 0,22 35 0,0-4 0,47 80 0,16 7 0,-33-68 0,57 110 0,27 50 0,0-1 0,-9-22 0,5 8 0,-1 1 0,-26-39 0,25 40 0,2 0 0,-23-66 0,0-2 0,24 64 0,-10-40 0,16 43 0,-3 1 0,-13-29 0,-73-159 0,69 162 0,20 44 0,1-1 0,1 0 0,0 0 0,1 0 0,-6-24 0,3 4 0,-3-1 0,-1 1 0,-1 0 0,-30-53 0,-8-21 0,34 74-455,0 0 0,-24-32 0,31 53-6371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15:47.2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 0 24575,'-20'55'0,"16"-39"0,-1 0 0,0-1 0,-11 24 0,-12 32 0,6 2 0,13-45 0,1 0 0,-6 40 0,22-80 0,4-16 0,-8 13-341,1 1 0,0 0-1,8-14 1,-2 9-6485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15:47.5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24575,'12'0'0,"0"1"0,0 0 0,1 1 0,-1 0 0,-1 1 0,1 0 0,0 1 0,-1 1 0,0 0 0,0 0 0,0 1 0,0 0 0,-1 1 0,0 0 0,9 9 0,-7-7 0,1-1 0,0-1 0,0 0 0,1 0 0,16 4 0,36 19 0,-12-3 0,62 23 0,-89-39 0,1 2 0,41 25 0,3 3 0,-31-22 0,0 0 0,-1 1 0,43 30 0,8 17-1365,-77-59-5461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6:15:49.0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600 1 24575,'-2'31'0,"-9"56"0,5-55 0,-2 54 0,6-58 0,-1 0 0,-2 1 0,-14 46 0,-4 27 0,22-95 0,0 0 0,-1 0 0,0 0 0,0 0 0,-1 0 0,1 0 0,-1-1 0,-1 1 0,1-1 0,-1 0 0,-1 0 0,1 0 0,-1-1 0,-8 9 0,10-12 0,-1 1 0,0-1 0,0 1 0,0-1 0,0 0 0,0-1 0,-1 1 0,1-1 0,-1 0 0,1 0 0,0 0 0,-1 0 0,0-1 0,1 0 0,-1 0 0,1 0 0,-1 0 0,1-1 0,-1 0 0,1 0 0,-1 0 0,1-1 0,-7-2 0,-134-62 0,-14-16 0,155 80-105,1 1 0,-1-1 0,1 0 0,-1 0 0,1 0 0,0 0 0,0 0 0,0-1 0,0 1 0,0-1 0,1 0 0,-4-4 0,-2-8-6721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74829-315E-9B1B-E8C6-9BD56BD92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A54960C-20A1-4FB2-D0F2-AFCB3B2F9A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F9D05B-A376-CC9C-5046-B3F7EFF4A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2C498-62F9-4AC3-B725-3FC246CF9533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A2E0E6-466E-82BF-ADAB-0C5C67513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07CC9-BD71-70F3-55D7-69CC0C365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CBF77-F42E-49D0-BDDA-6643D671B3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6828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1BD0C2-FDF2-48ED-40D8-43FCFA7DE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2420C9-8C07-5BC8-22AC-8B8832B7C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06A591-8C5C-30A7-CB2E-5AECFB4AE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2C498-62F9-4AC3-B725-3FC246CF9533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303414-A831-DEC5-4ECE-CCD78FACF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418ED3-B8B9-DB1D-D5EB-2AD536EF9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CBF77-F42E-49D0-BDDA-6643D671B3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495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2098FB-00B6-98C2-AE85-14759C4DA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977B2D-E8E6-DDC4-0A8A-5357F3932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8CBBDE-DFCC-44AA-C366-7A2B2379F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2C498-62F9-4AC3-B725-3FC246CF9533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A39BF6-5435-7117-19A4-53C8ACA9E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977E4E-7C37-9F8F-A913-0EFE5C93F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CBF77-F42E-49D0-BDDA-6643D671B3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5856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0D3EF-1FCB-4240-EE3D-CD617BC4F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F8E5DB-7AF5-D105-130E-2DB589FBD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668CB2B-1C07-A170-294C-0A6D7FF99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8D5A96-CF7C-67F4-DEA8-0172980BF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2C498-62F9-4AC3-B725-3FC246CF9533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41A263-92CF-A4B2-5A7E-53B2041AC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E46398-0CF3-4B90-0547-0FE00714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CBF77-F42E-49D0-BDDA-6643D671B3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5986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174988-6816-1E75-BB21-86D31FC94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D618C4-2DB6-7D20-5F1B-D64D520DE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3EADF8F-8E81-2A43-B6B3-0E2179447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B44DBCF-2E51-46A8-4261-1DC9957D88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45B7590-F06F-96D1-0F3F-1349B46DC8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33B2C2D-3C97-EEBE-2976-CD887F07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2C498-62F9-4AC3-B725-3FC246CF9533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98BD727-D022-288C-A58E-6F6999A4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DF24284-5837-738B-79F9-1B53E70B7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CBF77-F42E-49D0-BDDA-6643D671B3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6732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06B3F3-745F-A7ED-BDB6-08D620261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95640D5-6872-B87B-473B-762409017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2C498-62F9-4AC3-B725-3FC246CF9533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241379-578F-8083-083C-75530D586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976C15D-3CD1-DB33-2339-15FAE5546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CBF77-F42E-49D0-BDDA-6643D671B3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7669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D1444AE-A20A-734A-9498-A95BA6F5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2C498-62F9-4AC3-B725-3FC246CF9533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158A936-0E6B-64F9-C869-CC2FB0220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016BFE-B32E-39F0-A3D6-124F61AB7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CBF77-F42E-49D0-BDDA-6643D671B3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6012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CE1A63-666C-C9AE-9F36-44521E871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2E224A-EC83-B209-DC6A-D7578884D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2BA4DD-B8E2-A423-231E-A5DE2E322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9379F69-AFFD-4AC8-61CF-7EEB2AE59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2C498-62F9-4AC3-B725-3FC246CF9533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46DCCEA-E19A-6CBA-7F55-2D2A93E1C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075C57-C207-3E4E-6279-C7AD2B503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CBF77-F42E-49D0-BDDA-6643D671B3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9314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2321F4-7010-0FD4-4143-495032566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8AFE87C-BBAA-158B-6E51-BBC3BFFDF1B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789CA7-A3A7-B55E-DB70-572B835EC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AFA7570-1B63-74A5-69FB-897103FCA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2C498-62F9-4AC3-B725-3FC246CF9533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FDDC7E9-9C30-9975-C140-C13050471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A3C656-82B9-3BDB-80EF-F88CAE0CC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CBF77-F42E-49D0-BDDA-6643D671B3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40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8A851F-074F-CD12-2709-7B64986FA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66B27CB-949F-FEBF-2AC6-B816B11C3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717994-0DCC-609F-9030-BB61E8E4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2C498-62F9-4AC3-B725-3FC246CF9533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C395E9-E55C-CACA-0AF4-8D718F3DC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F9FD63-E9F8-E281-FC42-427CE3FC9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CBF77-F42E-49D0-BDDA-6643D671B3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0233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DCF436E-0963-0DA5-6CD2-2BC2E5A2C9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96FA742-883E-22F4-C893-F3E7AA55B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D85994-6DC7-6169-7736-21790A9D0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2C498-62F9-4AC3-B725-3FC246CF9533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E1AAEB-CFA5-2CDD-5862-715D007C7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585CF3-5668-E120-C72F-93C030146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CBF77-F42E-49D0-BDDA-6643D671B3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9224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8C6FB2-0D2C-98DF-98E6-3CCABABE0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EA3597-9F8B-09EB-72F7-B40EFF188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0CD37A-1645-BBBD-1B3E-36BEDC927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2C498-62F9-4AC3-B725-3FC246CF9533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A8A731-31F6-B1B2-E495-7A0119290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F62694-F669-12C9-4481-C6361676BE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CBF77-F42E-49D0-BDDA-6643D671B3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9804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19.png"/><Relationship Id="rId26" Type="http://schemas.openxmlformats.org/officeDocument/2006/relationships/image" Target="../media/image23.png"/><Relationship Id="rId21" Type="http://schemas.openxmlformats.org/officeDocument/2006/relationships/customXml" Target="../ink/ink9.xml"/><Relationship Id="rId34" Type="http://schemas.openxmlformats.org/officeDocument/2006/relationships/image" Target="../media/image27.png"/><Relationship Id="rId7" Type="http://schemas.openxmlformats.org/officeDocument/2006/relationships/customXml" Target="../ink/ink2.xml"/><Relationship Id="rId12" Type="http://schemas.openxmlformats.org/officeDocument/2006/relationships/image" Target="../media/image16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29.png"/><Relationship Id="rId2" Type="http://schemas.openxmlformats.org/officeDocument/2006/relationships/image" Target="../media/image9.png"/><Relationship Id="rId16" Type="http://schemas.openxmlformats.org/officeDocument/2006/relationships/image" Target="../media/image18.png"/><Relationship Id="rId20" Type="http://schemas.openxmlformats.org/officeDocument/2006/relationships/image" Target="../media/image20.png"/><Relationship Id="rId29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customXml" Target="../ink/ink4.xml"/><Relationship Id="rId24" Type="http://schemas.openxmlformats.org/officeDocument/2006/relationships/image" Target="../media/image22.png"/><Relationship Id="rId32" Type="http://schemas.openxmlformats.org/officeDocument/2006/relationships/image" Target="../media/image26.png"/><Relationship Id="rId37" Type="http://schemas.openxmlformats.org/officeDocument/2006/relationships/customXml" Target="../ink/ink17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24.png"/><Relationship Id="rId36" Type="http://schemas.openxmlformats.org/officeDocument/2006/relationships/image" Target="../media/image28.png"/><Relationship Id="rId10" Type="http://schemas.openxmlformats.org/officeDocument/2006/relationships/image" Target="../media/image15.png"/><Relationship Id="rId19" Type="http://schemas.openxmlformats.org/officeDocument/2006/relationships/customXml" Target="../ink/ink8.xml"/><Relationship Id="rId31" Type="http://schemas.openxmlformats.org/officeDocument/2006/relationships/customXml" Target="../ink/ink14.xml"/><Relationship Id="rId4" Type="http://schemas.openxmlformats.org/officeDocument/2006/relationships/image" Target="../media/image6.png"/><Relationship Id="rId9" Type="http://schemas.openxmlformats.org/officeDocument/2006/relationships/customXml" Target="../ink/ink3.xml"/><Relationship Id="rId14" Type="http://schemas.openxmlformats.org/officeDocument/2006/relationships/image" Target="../media/image17.png"/><Relationship Id="rId22" Type="http://schemas.openxmlformats.org/officeDocument/2006/relationships/image" Target="../media/image21.png"/><Relationship Id="rId27" Type="http://schemas.openxmlformats.org/officeDocument/2006/relationships/customXml" Target="../ink/ink12.xml"/><Relationship Id="rId30" Type="http://schemas.openxmlformats.org/officeDocument/2006/relationships/image" Target="../media/image25.png"/><Relationship Id="rId35" Type="http://schemas.openxmlformats.org/officeDocument/2006/relationships/customXml" Target="../ink/ink16.xml"/><Relationship Id="rId8" Type="http://schemas.openxmlformats.org/officeDocument/2006/relationships/image" Target="../media/image14.png"/><Relationship Id="rId3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1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customXml" Target="../ink/ink24.xml"/><Relationship Id="rId18" Type="http://schemas.openxmlformats.org/officeDocument/2006/relationships/image" Target="../media/image37.png"/><Relationship Id="rId3" Type="http://schemas.openxmlformats.org/officeDocument/2006/relationships/image" Target="../media/image6.png"/><Relationship Id="rId21" Type="http://schemas.openxmlformats.org/officeDocument/2006/relationships/customXml" Target="../ink/ink28.xml"/><Relationship Id="rId7" Type="http://schemas.openxmlformats.org/officeDocument/2006/relationships/customXml" Target="../ink/ink21.xml"/><Relationship Id="rId12" Type="http://schemas.openxmlformats.org/officeDocument/2006/relationships/image" Target="../media/image34.png"/><Relationship Id="rId17" Type="http://schemas.openxmlformats.org/officeDocument/2006/relationships/customXml" Target="../ink/ink26.xml"/><Relationship Id="rId2" Type="http://schemas.openxmlformats.org/officeDocument/2006/relationships/image" Target="../media/image10.png"/><Relationship Id="rId16" Type="http://schemas.openxmlformats.org/officeDocument/2006/relationships/image" Target="../media/image36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customXml" Target="../ink/ink23.xml"/><Relationship Id="rId24" Type="http://schemas.openxmlformats.org/officeDocument/2006/relationships/image" Target="../media/image40.png"/><Relationship Id="rId5" Type="http://schemas.openxmlformats.org/officeDocument/2006/relationships/customXml" Target="../ink/ink20.xml"/><Relationship Id="rId15" Type="http://schemas.openxmlformats.org/officeDocument/2006/relationships/customXml" Target="../ink/ink25.xml"/><Relationship Id="rId23" Type="http://schemas.openxmlformats.org/officeDocument/2006/relationships/customXml" Target="../ink/ink29.xml"/><Relationship Id="rId10" Type="http://schemas.openxmlformats.org/officeDocument/2006/relationships/image" Target="../media/image33.png"/><Relationship Id="rId19" Type="http://schemas.openxmlformats.org/officeDocument/2006/relationships/customXml" Target="../ink/ink27.xml"/><Relationship Id="rId4" Type="http://schemas.openxmlformats.org/officeDocument/2006/relationships/image" Target="../media/image4.png"/><Relationship Id="rId9" Type="http://schemas.openxmlformats.org/officeDocument/2006/relationships/customXml" Target="../ink/ink22.xml"/><Relationship Id="rId14" Type="http://schemas.openxmlformats.org/officeDocument/2006/relationships/image" Target="../media/image35.png"/><Relationship Id="rId22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74C775-545B-AE0D-0BD5-660CEE5D93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Дашборд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19DEABF-E681-165A-2330-5064C4E9F2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98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1837F7-327D-F392-FF6D-335E9D717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таблиц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E523F7-095C-CA30-C14D-1E9C46466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2402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2A1B13D-213B-F6CE-917E-8DD9C308B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233" y="1907502"/>
            <a:ext cx="3296110" cy="37247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633BAA-6559-9DFC-9950-0BBE2EFAE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Список таблиц в БД (описываются не все, так как </a:t>
            </a:r>
            <a:r>
              <a:rPr lang="ru-RU" dirty="0">
                <a:solidFill>
                  <a:srgbClr val="FF0000"/>
                </a:solidFill>
              </a:rPr>
              <a:t>часть таблиц уже не используется либо не несет необходимой информации</a:t>
            </a:r>
            <a:r>
              <a:rPr lang="ru-RU" dirty="0"/>
              <a:t>)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61BA3083-EAD9-8794-A795-BFAD5E6B60D6}"/>
              </a:ext>
            </a:extLst>
          </p:cNvPr>
          <p:cNvCxnSpPr/>
          <p:nvPr/>
        </p:nvCxnSpPr>
        <p:spPr>
          <a:xfrm>
            <a:off x="4877483" y="2121408"/>
            <a:ext cx="95638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A7BAADB4-9674-EE1E-51AD-26F9E6FB698A}"/>
              </a:ext>
            </a:extLst>
          </p:cNvPr>
          <p:cNvCxnSpPr/>
          <p:nvPr/>
        </p:nvCxnSpPr>
        <p:spPr>
          <a:xfrm>
            <a:off x="4874435" y="2310384"/>
            <a:ext cx="95638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45E42699-DF02-3337-9FF4-3126B42830D9}"/>
              </a:ext>
            </a:extLst>
          </p:cNvPr>
          <p:cNvCxnSpPr/>
          <p:nvPr/>
        </p:nvCxnSpPr>
        <p:spPr>
          <a:xfrm>
            <a:off x="4868339" y="2474976"/>
            <a:ext cx="95638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005BE1B-0739-E904-8DBE-5B75B2F046E9}"/>
              </a:ext>
            </a:extLst>
          </p:cNvPr>
          <p:cNvCxnSpPr/>
          <p:nvPr/>
        </p:nvCxnSpPr>
        <p:spPr>
          <a:xfrm>
            <a:off x="4868339" y="5254752"/>
            <a:ext cx="95638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991DBDE-00F4-66E6-120F-EC3461F384E3}"/>
              </a:ext>
            </a:extLst>
          </p:cNvPr>
          <p:cNvCxnSpPr/>
          <p:nvPr/>
        </p:nvCxnSpPr>
        <p:spPr>
          <a:xfrm>
            <a:off x="4877483" y="5062728"/>
            <a:ext cx="95638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1D243717-694B-8E0C-28F2-90DB21E4035A}"/>
              </a:ext>
            </a:extLst>
          </p:cNvPr>
          <p:cNvCxnSpPr/>
          <p:nvPr/>
        </p:nvCxnSpPr>
        <p:spPr>
          <a:xfrm>
            <a:off x="4874435" y="4529328"/>
            <a:ext cx="95638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552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FC8643-7BD2-25D5-2DD5-6D6DE5489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Справочник </a:t>
            </a:r>
            <a:r>
              <a:rPr lang="en-US" dirty="0"/>
              <a:t>Bloggers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63D7BF4-AC03-E81C-698C-12A30E88C1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" y="1805988"/>
            <a:ext cx="6889865" cy="24671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3BF3FE-0446-057F-430F-F3F90116E206}"/>
              </a:ext>
            </a:extLst>
          </p:cNvPr>
          <p:cNvSpPr txBox="1"/>
          <p:nvPr/>
        </p:nvSpPr>
        <p:spPr>
          <a:xfrm>
            <a:off x="7726680" y="2450592"/>
            <a:ext cx="5084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Хранится в системной </a:t>
            </a:r>
            <a:r>
              <a:rPr lang="en-US" dirty="0">
                <a:solidFill>
                  <a:srgbClr val="FF0000"/>
                </a:solidFill>
              </a:rPr>
              <a:t>Google-</a:t>
            </a:r>
            <a:r>
              <a:rPr lang="ru-RU" dirty="0">
                <a:solidFill>
                  <a:srgbClr val="FF0000"/>
                </a:solidFill>
              </a:rPr>
              <a:t> таблице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71D97-6717-D5E1-E3AC-0C8551C71A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728" y="4660461"/>
            <a:ext cx="9269119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1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1E66E4-5163-B6F3-C3C1-FE092892E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Справочник </a:t>
            </a:r>
            <a:r>
              <a:rPr lang="en-US" dirty="0" err="1"/>
              <a:t>Traffers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4A0B0B-9ADC-AD37-0FC7-11276BBAEAFD}"/>
              </a:ext>
            </a:extLst>
          </p:cNvPr>
          <p:cNvSpPr txBox="1"/>
          <p:nvPr/>
        </p:nvSpPr>
        <p:spPr>
          <a:xfrm>
            <a:off x="1011936" y="5016483"/>
            <a:ext cx="5084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Хранится в системной </a:t>
            </a:r>
            <a:r>
              <a:rPr lang="en-US" dirty="0">
                <a:solidFill>
                  <a:srgbClr val="FF0000"/>
                </a:solidFill>
              </a:rPr>
              <a:t>Google-</a:t>
            </a:r>
            <a:r>
              <a:rPr lang="ru-RU" dirty="0">
                <a:solidFill>
                  <a:srgbClr val="FF0000"/>
                </a:solidFill>
              </a:rPr>
              <a:t> таблице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23C52A6-97A7-012E-5515-2266C8787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192" y="3956557"/>
            <a:ext cx="6211167" cy="2686425"/>
          </a:xfrm>
          <a:prstGeom prst="rect">
            <a:avLst/>
          </a:prstGeom>
        </p:spPr>
      </p:pic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66E6E6A3-DEC6-9926-C4B3-5BF4149B9B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904" y="1521830"/>
            <a:ext cx="8214576" cy="275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40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827408-7B4F-C8E2-F198-7E397533E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Creos</a:t>
            </a:r>
            <a:r>
              <a:rPr lang="en-US" dirty="0"/>
              <a:t> – </a:t>
            </a:r>
            <a:r>
              <a:rPr lang="ru-RU" dirty="0"/>
              <a:t>таблицы </a:t>
            </a:r>
            <a:r>
              <a:rPr lang="ru-RU" dirty="0" err="1"/>
              <a:t>траферов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E20A11E-D7E8-F49F-1D92-7FC0E39E2E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16" y="4202928"/>
            <a:ext cx="10515600" cy="248714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BD120ED-9DE0-90FF-0BE7-1C7DFE4728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39" y="1506798"/>
            <a:ext cx="8211425" cy="248714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B562F9-6794-7BF6-0118-BCAF21BFC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5541" y="345180"/>
            <a:ext cx="3115110" cy="9526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CE7DF5-F23F-70EA-2EA1-A63458DB996C}"/>
              </a:ext>
            </a:extLst>
          </p:cNvPr>
          <p:cNvSpPr txBox="1"/>
          <p:nvPr/>
        </p:nvSpPr>
        <p:spPr>
          <a:xfrm>
            <a:off x="10241280" y="1591056"/>
            <a:ext cx="15361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Старты/Чаты и </a:t>
            </a:r>
            <a:r>
              <a:rPr lang="ru-RU" dirty="0" err="1">
                <a:solidFill>
                  <a:srgbClr val="FF0000"/>
                </a:solidFill>
              </a:rPr>
              <a:t>пдп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 err="1">
                <a:solidFill>
                  <a:srgbClr val="FF0000"/>
                </a:solidFill>
              </a:rPr>
              <a:t>тянутсяв</a:t>
            </a:r>
            <a:r>
              <a:rPr lang="ru-RU" dirty="0">
                <a:solidFill>
                  <a:srgbClr val="FF0000"/>
                </a:solidFill>
              </a:rPr>
              <a:t> таблицы </a:t>
            </a:r>
            <a:r>
              <a:rPr lang="ru-RU" dirty="0" err="1">
                <a:solidFill>
                  <a:srgbClr val="FF0000"/>
                </a:solidFill>
              </a:rPr>
              <a:t>траферов</a:t>
            </a:r>
            <a:r>
              <a:rPr lang="ru-RU" dirty="0">
                <a:solidFill>
                  <a:srgbClr val="FF0000"/>
                </a:solidFill>
              </a:rPr>
              <a:t> из </a:t>
            </a:r>
            <a:r>
              <a:rPr lang="ru-RU" dirty="0" err="1">
                <a:solidFill>
                  <a:srgbClr val="FF0000"/>
                </a:solidFill>
              </a:rPr>
              <a:t>Кейтаро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092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31243C-18BC-B9CF-73DC-0AC7B8204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Creos</a:t>
            </a:r>
            <a:r>
              <a:rPr lang="ru-RU" dirty="0"/>
              <a:t> – соответствие данных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02F61630-E924-88CF-334D-9FE9FE5A40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0129251"/>
              </p:ext>
            </p:extLst>
          </p:nvPr>
        </p:nvGraphicFramePr>
        <p:xfrm>
          <a:off x="838200" y="1423289"/>
          <a:ext cx="10515600" cy="535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5392">
                  <a:extLst>
                    <a:ext uri="{9D8B030D-6E8A-4147-A177-3AD203B41FA5}">
                      <a16:colId xmlns:a16="http://schemas.microsoft.com/office/drawing/2014/main" val="4155536924"/>
                    </a:ext>
                  </a:extLst>
                </a:gridCol>
                <a:gridCol w="3767328">
                  <a:extLst>
                    <a:ext uri="{9D8B030D-6E8A-4147-A177-3AD203B41FA5}">
                      <a16:colId xmlns:a16="http://schemas.microsoft.com/office/drawing/2014/main" val="4090423933"/>
                    </a:ext>
                  </a:extLst>
                </a:gridCol>
                <a:gridCol w="3992880">
                  <a:extLst>
                    <a:ext uri="{9D8B030D-6E8A-4147-A177-3AD203B41FA5}">
                      <a16:colId xmlns:a16="http://schemas.microsoft.com/office/drawing/2014/main" val="74981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Название поля  в БД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Название в таблице </a:t>
                      </a:r>
                      <a:r>
                        <a:rPr lang="ru-RU" dirty="0" err="1"/>
                        <a:t>траферов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Назначение поля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743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 залива трафика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916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id_traf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(</a:t>
                      </a:r>
                      <a:r>
                        <a:rPr lang="ru-RU" dirty="0" err="1"/>
                        <a:t>Парсится</a:t>
                      </a:r>
                      <a:r>
                        <a:rPr lang="ru-RU" dirty="0"/>
                        <a:t> из таблички </a:t>
                      </a:r>
                      <a:r>
                        <a:rPr lang="ru-RU" dirty="0" err="1"/>
                        <a:t>трафера</a:t>
                      </a:r>
                      <a:r>
                        <a:rPr lang="ru-RU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 </a:t>
                      </a:r>
                      <a:r>
                        <a:rPr lang="ru-RU" dirty="0" err="1"/>
                        <a:t>трафера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216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id_blog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(</a:t>
                      </a:r>
                      <a:r>
                        <a:rPr lang="ru-RU" dirty="0" err="1"/>
                        <a:t>Парсится</a:t>
                      </a:r>
                      <a:r>
                        <a:rPr lang="ru-RU" dirty="0"/>
                        <a:t> по имени блогера)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 </a:t>
                      </a:r>
                      <a:r>
                        <a:rPr lang="ru-RU" dirty="0"/>
                        <a:t>блогера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726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id_creo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(Не используется на данный момент)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 </a:t>
                      </a:r>
                      <a:r>
                        <a:rPr lang="ru-RU" dirty="0"/>
                        <a:t>креатива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333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creo_name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«Список креативов,</a:t>
                      </a:r>
                      <a:b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 которым идёт залив:»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Название креатива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579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scenario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«сцен»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Сценарий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059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«Бюджет $»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Бюджет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263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chats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«Старты в боте»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Чаты/старты в боте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036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«Подписки </a:t>
                      </a:r>
                      <a:r>
                        <a:rPr lang="ru-RU" sz="180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тг</a:t>
                      </a:r>
                      <a:r>
                        <a:rPr lang="ru-RU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»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ПДП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847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«Статус»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Статус креатива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537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(извлекается из даты)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Месяц залива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712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year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(извлекается из даты)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Год залива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083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9249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EBC8A-59EA-7F50-C404-826BC264F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Traffers_stat</a:t>
            </a:r>
            <a:r>
              <a:rPr lang="en-US" b="1" dirty="0"/>
              <a:t> </a:t>
            </a:r>
            <a:r>
              <a:rPr lang="en-US" dirty="0"/>
              <a:t>- </a:t>
            </a:r>
            <a:r>
              <a:rPr lang="ru-RU" dirty="0"/>
              <a:t>статистика по </a:t>
            </a:r>
            <a:r>
              <a:rPr lang="ru-RU" dirty="0" err="1"/>
              <a:t>траферам</a:t>
            </a:r>
            <a:r>
              <a:rPr lang="ru-RU" dirty="0"/>
              <a:t> – берется из </a:t>
            </a:r>
            <a:r>
              <a:rPr lang="ru-RU" dirty="0" err="1"/>
              <a:t>Кейтаро</a:t>
            </a:r>
            <a:r>
              <a:rPr lang="ru-RU" dirty="0"/>
              <a:t> и сводится по </a:t>
            </a:r>
            <a:r>
              <a:rPr lang="ru-RU" dirty="0" err="1"/>
              <a:t>траферам</a:t>
            </a:r>
            <a:r>
              <a:rPr lang="ru-RU" dirty="0"/>
              <a:t> (кампания </a:t>
            </a:r>
            <a:r>
              <a:rPr lang="en-US" dirty="0"/>
              <a:t>New Rami chatter pb</a:t>
            </a:r>
            <a:r>
              <a:rPr lang="ru-RU" dirty="0"/>
              <a:t>)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DE36A838-712E-365B-9E92-B370FC59F5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73835"/>
            <a:ext cx="10515600" cy="125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597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2BAFF7-F907-EAE8-48CA-9A31FA567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Traffers_stat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FD67E1-0281-B0FC-FDE9-423E38FC9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366F758-7CC3-FF67-C5F2-16A06D45C0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6956952"/>
              </p:ext>
            </p:extLst>
          </p:nvPr>
        </p:nvGraphicFramePr>
        <p:xfrm>
          <a:off x="838200" y="1423289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5392">
                  <a:extLst>
                    <a:ext uri="{9D8B030D-6E8A-4147-A177-3AD203B41FA5}">
                      <a16:colId xmlns:a16="http://schemas.microsoft.com/office/drawing/2014/main" val="4155536924"/>
                    </a:ext>
                  </a:extLst>
                </a:gridCol>
                <a:gridCol w="3767328">
                  <a:extLst>
                    <a:ext uri="{9D8B030D-6E8A-4147-A177-3AD203B41FA5}">
                      <a16:colId xmlns:a16="http://schemas.microsoft.com/office/drawing/2014/main" val="4090423933"/>
                    </a:ext>
                  </a:extLst>
                </a:gridCol>
                <a:gridCol w="3992880">
                  <a:extLst>
                    <a:ext uri="{9D8B030D-6E8A-4147-A177-3AD203B41FA5}">
                      <a16:colId xmlns:a16="http://schemas.microsoft.com/office/drawing/2014/main" val="74981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Название поля  в БД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Название в </a:t>
                      </a:r>
                      <a:r>
                        <a:rPr lang="en-US" dirty="0"/>
                        <a:t>Keitaro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Назначение поля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743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 и время/</a:t>
                      </a:r>
                      <a:r>
                        <a:rPr lang="en-US" dirty="0" err="1"/>
                        <a:t>postback_time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 </a:t>
                      </a:r>
                      <a:r>
                        <a:rPr lang="ru-RU" dirty="0" err="1"/>
                        <a:t>пб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916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traffer_name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Поле </a:t>
                      </a:r>
                      <a:r>
                        <a:rPr lang="en-US" dirty="0"/>
                        <a:t>Sub_id_1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Имя</a:t>
                      </a:r>
                      <a:r>
                        <a:rPr lang="en-US" dirty="0"/>
                        <a:t> </a:t>
                      </a:r>
                      <a:r>
                        <a:rPr lang="ru-RU" dirty="0" err="1"/>
                        <a:t>трафера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216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count_start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Поле </a:t>
                      </a:r>
                      <a:r>
                        <a:rPr lang="en-US" dirty="0"/>
                        <a:t>Status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Кол-во стартов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726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count_sub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Поле </a:t>
                      </a:r>
                      <a:r>
                        <a:rPr lang="en-US" dirty="0"/>
                        <a:t>Status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Кол-во </a:t>
                      </a:r>
                      <a:r>
                        <a:rPr lang="ru-RU" dirty="0" err="1"/>
                        <a:t>пдп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333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count_chat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Поле 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Status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Кол-во чатов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579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count_reg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Поле 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Status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Кол-во </a:t>
                      </a:r>
                      <a:r>
                        <a:rPr lang="ru-RU" dirty="0" err="1"/>
                        <a:t>рег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059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count_ftd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Поле 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Status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Кол-во </a:t>
                      </a:r>
                      <a:r>
                        <a:rPr lang="ru-RU" dirty="0" err="1"/>
                        <a:t>фтд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263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`</a:t>
                      </a:r>
                      <a:r>
                        <a:rPr lang="en-US" dirty="0" err="1"/>
                        <a:t>creo_name</a:t>
                      </a:r>
                      <a:r>
                        <a:rPr lang="en-US" dirty="0"/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Поле </a:t>
                      </a:r>
                      <a:r>
                        <a:rPr lang="en-US" dirty="0"/>
                        <a:t>Sub_id_3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Название креатива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853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03A85FB-0FAD-B17E-AD06-45BC0674C6E7}"/>
              </a:ext>
            </a:extLst>
          </p:cNvPr>
          <p:cNvSpPr txBox="1"/>
          <p:nvPr/>
        </p:nvSpPr>
        <p:spPr>
          <a:xfrm>
            <a:off x="731520" y="6293612"/>
            <a:ext cx="5769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* - </a:t>
            </a:r>
            <a:r>
              <a:rPr lang="ru-RU" dirty="0">
                <a:solidFill>
                  <a:srgbClr val="FF0000"/>
                </a:solidFill>
              </a:rPr>
              <a:t>затраты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ru-RU" dirty="0">
                <a:solidFill>
                  <a:srgbClr val="FF0000"/>
                </a:solidFill>
              </a:rPr>
              <a:t>в дашборд подтягиваются из таблицы </a:t>
            </a:r>
            <a:r>
              <a:rPr lang="en-US" dirty="0" err="1">
                <a:solidFill>
                  <a:srgbClr val="FF0000"/>
                </a:solidFill>
              </a:rPr>
              <a:t>creos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911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443AA-4927-FBF4-0103-34F2F89D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buyer_stats_today_start_sub</a:t>
            </a:r>
            <a:r>
              <a:rPr lang="en-US" dirty="0"/>
              <a:t> </a:t>
            </a:r>
            <a:r>
              <a:rPr lang="en-US" sz="3100" dirty="0"/>
              <a:t>– </a:t>
            </a:r>
            <a:r>
              <a:rPr lang="ru-RU" sz="3100" dirty="0"/>
              <a:t>статистика, которая сводится по данным из БД телеграм-бота, статистики из </a:t>
            </a:r>
            <a:r>
              <a:rPr lang="ru-RU" sz="3100" dirty="0" err="1"/>
              <a:t>Кейтаро</a:t>
            </a:r>
            <a:r>
              <a:rPr lang="ru-RU" sz="3100" dirty="0"/>
              <a:t> (кампания </a:t>
            </a:r>
            <a:r>
              <a:rPr lang="en-US" sz="3100" dirty="0"/>
              <a:t>“New Pocket”</a:t>
            </a:r>
            <a:r>
              <a:rPr lang="ru-RU" sz="3100" dirty="0"/>
              <a:t>)</a:t>
            </a:r>
            <a:r>
              <a:rPr lang="en-US" sz="3100" dirty="0"/>
              <a:t> – </a:t>
            </a:r>
            <a:r>
              <a:rPr lang="ru-RU" sz="3100" dirty="0"/>
              <a:t>используется в дашборде </a:t>
            </a:r>
            <a:r>
              <a:rPr lang="ru-RU" sz="3100" dirty="0" err="1"/>
              <a:t>Баеров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8B33181-3CC2-E2C3-9673-A3DDB68504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47" y="1877815"/>
            <a:ext cx="8478433" cy="238158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53B53E2-18B8-24C7-00E5-02477C7FC0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" y="3731139"/>
            <a:ext cx="9212125" cy="288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908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04B3A8-FDBA-F577-734D-4F4424AE5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buyer_stats_today_start_sub</a:t>
            </a:r>
            <a:r>
              <a:rPr lang="en-US" dirty="0"/>
              <a:t> – </a:t>
            </a:r>
            <a:r>
              <a:rPr lang="ru-RU" sz="2800" dirty="0"/>
              <a:t>статистика, которая сводится по данным из БД телеграм-бота, статистики из </a:t>
            </a:r>
            <a:r>
              <a:rPr lang="ru-RU" sz="2800" dirty="0" err="1"/>
              <a:t>Кейтаро</a:t>
            </a:r>
            <a:r>
              <a:rPr lang="ru-RU" sz="2800" dirty="0"/>
              <a:t> (кампания </a:t>
            </a:r>
            <a:r>
              <a:rPr lang="en-US" sz="2800" dirty="0"/>
              <a:t>“New Pocket”</a:t>
            </a:r>
            <a:r>
              <a:rPr lang="ru-RU" sz="2800" dirty="0"/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FC008B-2E10-9FF4-9784-1AE14C858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EF51DFE7-861C-FEAA-E6F9-8A2D587950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2782908"/>
              </p:ext>
            </p:extLst>
          </p:nvPr>
        </p:nvGraphicFramePr>
        <p:xfrm>
          <a:off x="838200" y="2886329"/>
          <a:ext cx="1051560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5392">
                  <a:extLst>
                    <a:ext uri="{9D8B030D-6E8A-4147-A177-3AD203B41FA5}">
                      <a16:colId xmlns:a16="http://schemas.microsoft.com/office/drawing/2014/main" val="4155536924"/>
                    </a:ext>
                  </a:extLst>
                </a:gridCol>
                <a:gridCol w="3767328">
                  <a:extLst>
                    <a:ext uri="{9D8B030D-6E8A-4147-A177-3AD203B41FA5}">
                      <a16:colId xmlns:a16="http://schemas.microsoft.com/office/drawing/2014/main" val="4090423933"/>
                    </a:ext>
                  </a:extLst>
                </a:gridCol>
                <a:gridCol w="3992880">
                  <a:extLst>
                    <a:ext uri="{9D8B030D-6E8A-4147-A177-3AD203B41FA5}">
                      <a16:colId xmlns:a16="http://schemas.microsoft.com/office/drawing/2014/main" val="74981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Название поля  в БД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Название в </a:t>
                      </a:r>
                      <a:r>
                        <a:rPr lang="en-US" dirty="0"/>
                        <a:t>Keitaro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Назначение поля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743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 и время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регистрации пользователя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Регистрируется БД бота (</a:t>
                      </a:r>
                      <a:r>
                        <a:rPr lang="en-US" dirty="0" err="1"/>
                        <a:t>postgres</a:t>
                      </a:r>
                      <a:r>
                        <a:rPr lang="ru-RU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916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creo_name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Поле </a:t>
                      </a:r>
                      <a:r>
                        <a:rPr lang="en-US" dirty="0"/>
                        <a:t>Sub_id_1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Имя</a:t>
                      </a:r>
                      <a:r>
                        <a:rPr lang="en-US" dirty="0"/>
                        <a:t> </a:t>
                      </a:r>
                      <a:r>
                        <a:rPr lang="ru-RU" dirty="0" err="1"/>
                        <a:t>трафера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216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count_start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Поле </a:t>
                      </a:r>
                      <a:r>
                        <a:rPr lang="en-US" dirty="0"/>
                        <a:t>Status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Кол-во стартов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726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count_sub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Поле </a:t>
                      </a:r>
                      <a:r>
                        <a:rPr lang="en-US" dirty="0"/>
                        <a:t>Status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Кол-во </a:t>
                      </a:r>
                      <a:r>
                        <a:rPr lang="ru-RU" dirty="0" err="1"/>
                        <a:t>пдп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333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count_reg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Поле 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Status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Кол-во </a:t>
                      </a:r>
                      <a:r>
                        <a:rPr lang="ru-RU" dirty="0" err="1"/>
                        <a:t>рег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059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count_ftd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Поле 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Status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Кол-во </a:t>
                      </a:r>
                      <a:r>
                        <a:rPr lang="ru-RU" dirty="0" err="1"/>
                        <a:t>фтд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263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2A953CD-6451-BAE9-B4FD-CB9922A6E724}"/>
              </a:ext>
            </a:extLst>
          </p:cNvPr>
          <p:cNvSpPr txBox="1"/>
          <p:nvPr/>
        </p:nvSpPr>
        <p:spPr>
          <a:xfrm>
            <a:off x="731520" y="6293612"/>
            <a:ext cx="5769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* - </a:t>
            </a:r>
            <a:r>
              <a:rPr lang="ru-RU" dirty="0">
                <a:solidFill>
                  <a:srgbClr val="FF0000"/>
                </a:solidFill>
              </a:rPr>
              <a:t>затраты в дашборд подтягиваются из таблицы </a:t>
            </a:r>
            <a:r>
              <a:rPr lang="en-US" dirty="0" err="1">
                <a:solidFill>
                  <a:srgbClr val="FF0000"/>
                </a:solidFill>
              </a:rPr>
              <a:t>creos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487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19C490-1075-8486-74ED-BF931A4B9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buyer_stats_today_start_sub</a:t>
            </a:r>
            <a:r>
              <a:rPr lang="ru-RU" dirty="0"/>
              <a:t>_</a:t>
            </a:r>
            <a:r>
              <a:rPr lang="en-US" dirty="0"/>
              <a:t>country </a:t>
            </a:r>
            <a:r>
              <a:rPr lang="en-US" sz="3100" dirty="0"/>
              <a:t>– </a:t>
            </a:r>
            <a:r>
              <a:rPr lang="ru-RU" sz="3100" dirty="0"/>
              <a:t>статистика, которая сводится по данным статистики из </a:t>
            </a:r>
            <a:r>
              <a:rPr lang="ru-RU" sz="3100" dirty="0" err="1"/>
              <a:t>Кейтаро</a:t>
            </a:r>
            <a:r>
              <a:rPr lang="ru-RU" sz="3100" dirty="0"/>
              <a:t> (кампания </a:t>
            </a:r>
            <a:r>
              <a:rPr lang="en-US" sz="3100" dirty="0"/>
              <a:t>“New Pocket”</a:t>
            </a:r>
            <a:r>
              <a:rPr lang="ru-RU" sz="3100" dirty="0"/>
              <a:t>)</a:t>
            </a:r>
            <a:r>
              <a:rPr lang="en-US" sz="3100" dirty="0"/>
              <a:t> – </a:t>
            </a:r>
            <a:r>
              <a:rPr lang="ru-RU" sz="3100" dirty="0"/>
              <a:t>позволяет анализировать только данные от брокера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41DD4C1-AA12-1AB8-B7FE-DF81022B7F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265" y="1945757"/>
            <a:ext cx="7630590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180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32A365-E482-EF5F-9379-AD064396C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buyer_stats_today_start_sub</a:t>
            </a:r>
            <a:r>
              <a:rPr lang="ru-RU" dirty="0"/>
              <a:t>_</a:t>
            </a:r>
            <a:r>
              <a:rPr lang="en-US" dirty="0"/>
              <a:t>country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AAD921-E805-3B6F-54E3-ADF445120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3B54B614-900C-DFEF-9D1C-7A455588BB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9545302"/>
              </p:ext>
            </p:extLst>
          </p:nvPr>
        </p:nvGraphicFramePr>
        <p:xfrm>
          <a:off x="838200" y="2886329"/>
          <a:ext cx="105156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5392">
                  <a:extLst>
                    <a:ext uri="{9D8B030D-6E8A-4147-A177-3AD203B41FA5}">
                      <a16:colId xmlns:a16="http://schemas.microsoft.com/office/drawing/2014/main" val="4155536924"/>
                    </a:ext>
                  </a:extLst>
                </a:gridCol>
                <a:gridCol w="3767328">
                  <a:extLst>
                    <a:ext uri="{9D8B030D-6E8A-4147-A177-3AD203B41FA5}">
                      <a16:colId xmlns:a16="http://schemas.microsoft.com/office/drawing/2014/main" val="4090423933"/>
                    </a:ext>
                  </a:extLst>
                </a:gridCol>
                <a:gridCol w="3992880">
                  <a:extLst>
                    <a:ext uri="{9D8B030D-6E8A-4147-A177-3AD203B41FA5}">
                      <a16:colId xmlns:a16="http://schemas.microsoft.com/office/drawing/2014/main" val="74981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Название поля в БД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Название в </a:t>
                      </a:r>
                      <a:r>
                        <a:rPr lang="en-US" dirty="0"/>
                        <a:t>Keitaro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Назначение поля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743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 и время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регистрации пользователя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Регистрируется БД бота (</a:t>
                      </a:r>
                      <a:r>
                        <a:rPr lang="en-US" dirty="0" err="1"/>
                        <a:t>postgres</a:t>
                      </a:r>
                      <a:r>
                        <a:rPr lang="ru-RU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916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creo_name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Поле </a:t>
                      </a:r>
                      <a:r>
                        <a:rPr lang="en-US" dirty="0"/>
                        <a:t>Sub_id_1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Имя</a:t>
                      </a:r>
                      <a:r>
                        <a:rPr lang="en-US" dirty="0"/>
                        <a:t> </a:t>
                      </a:r>
                      <a:r>
                        <a:rPr lang="ru-RU" dirty="0" err="1"/>
                        <a:t>трафера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216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count_reg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Поле 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Status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Кол-во </a:t>
                      </a:r>
                      <a:r>
                        <a:rPr lang="ru-RU" dirty="0" err="1"/>
                        <a:t>рег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726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count_ftd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Поле 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Status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Кол-во </a:t>
                      </a:r>
                      <a:r>
                        <a:rPr lang="ru-RU" dirty="0" err="1"/>
                        <a:t>фтд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333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try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Поле 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Sub_id_3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Страна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059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9772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2016EC-785D-6D2E-FC4C-F8CB8F403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сводить данные для ФБ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C0AA76-F1D8-CA4D-D717-340E728B2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6">
            <a:extLst>
              <a:ext uri="{FF2B5EF4-FFF2-40B4-BE49-F238E27FC236}">
                <a16:creationId xmlns:a16="http://schemas.microsoft.com/office/drawing/2014/main" id="{38AD0588-11BF-BA1E-0885-C39BB4D941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308886"/>
            <a:ext cx="10515600" cy="125491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E0B28A-FADC-FB0F-1C30-630858655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712" y="504920"/>
            <a:ext cx="4718288" cy="2040732"/>
          </a:xfrm>
          <a:prstGeom prst="rect">
            <a:avLst/>
          </a:prstGeom>
        </p:spPr>
      </p:pic>
      <p:pic>
        <p:nvPicPr>
          <p:cNvPr id="6" name="Объект 4">
            <a:extLst>
              <a:ext uri="{FF2B5EF4-FFF2-40B4-BE49-F238E27FC236}">
                <a16:creationId xmlns:a16="http://schemas.microsoft.com/office/drawing/2014/main" id="{71C09E48-7669-D6D1-EF90-2907E1D15E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45652"/>
            <a:ext cx="10515600" cy="24871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15E14CDF-A19F-D9A5-0535-2200B7CF9618}"/>
                  </a:ext>
                </a:extLst>
              </p14:cNvPr>
              <p14:cNvContentPartPr/>
              <p14:nvPr/>
            </p14:nvContentPartPr>
            <p14:xfrm>
              <a:off x="2871288" y="868176"/>
              <a:ext cx="6894720" cy="5002560"/>
            </p14:xfrm>
          </p:contentPart>
        </mc:Choice>
        <mc:Fallback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15E14CDF-A19F-D9A5-0535-2200B7CF961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65168" y="862056"/>
                <a:ext cx="6906960" cy="501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182FE533-6D0B-3BB4-FA58-CF0866DA9F0C}"/>
                  </a:ext>
                </a:extLst>
              </p14:cNvPr>
              <p14:cNvContentPartPr/>
              <p14:nvPr/>
            </p14:nvContentPartPr>
            <p14:xfrm>
              <a:off x="5294088" y="2770416"/>
              <a:ext cx="3768120" cy="3090240"/>
            </p14:xfrm>
          </p:contentPart>
        </mc:Choice>
        <mc:Fallback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182FE533-6D0B-3BB4-FA58-CF0866DA9F0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87968" y="2764296"/>
                <a:ext cx="3780360" cy="31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Рукописный ввод 9">
                <a:extLst>
                  <a:ext uri="{FF2B5EF4-FFF2-40B4-BE49-F238E27FC236}">
                    <a16:creationId xmlns:a16="http://schemas.microsoft.com/office/drawing/2014/main" id="{902D0EED-52A9-6124-5C97-13CEB908E831}"/>
                  </a:ext>
                </a:extLst>
              </p14:cNvPr>
              <p14:cNvContentPartPr/>
              <p14:nvPr/>
            </p14:nvContentPartPr>
            <p14:xfrm>
              <a:off x="12600288" y="4169376"/>
              <a:ext cx="360" cy="360"/>
            </p14:xfrm>
          </p:contentPart>
        </mc:Choice>
        <mc:Fallback>
          <p:pic>
            <p:nvPicPr>
              <p:cNvPr id="10" name="Рукописный ввод 9">
                <a:extLst>
                  <a:ext uri="{FF2B5EF4-FFF2-40B4-BE49-F238E27FC236}">
                    <a16:creationId xmlns:a16="http://schemas.microsoft.com/office/drawing/2014/main" id="{902D0EED-52A9-6124-5C97-13CEB908E83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594168" y="416325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Рукописный ввод 10">
                <a:extLst>
                  <a:ext uri="{FF2B5EF4-FFF2-40B4-BE49-F238E27FC236}">
                    <a16:creationId xmlns:a16="http://schemas.microsoft.com/office/drawing/2014/main" id="{050A273C-D824-8EF9-DBF3-7B2323B28F7D}"/>
                  </a:ext>
                </a:extLst>
              </p14:cNvPr>
              <p14:cNvContentPartPr/>
              <p14:nvPr/>
            </p14:nvContentPartPr>
            <p14:xfrm>
              <a:off x="8896968" y="5624136"/>
              <a:ext cx="192240" cy="255240"/>
            </p14:xfrm>
          </p:contentPart>
        </mc:Choice>
        <mc:Fallback>
          <p:pic>
            <p:nvPicPr>
              <p:cNvPr id="11" name="Рукописный ввод 10">
                <a:extLst>
                  <a:ext uri="{FF2B5EF4-FFF2-40B4-BE49-F238E27FC236}">
                    <a16:creationId xmlns:a16="http://schemas.microsoft.com/office/drawing/2014/main" id="{050A273C-D824-8EF9-DBF3-7B2323B28F7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890848" y="5618016"/>
                <a:ext cx="204480" cy="26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8966F9E9-E1DE-E666-6C9E-DD526202012B}"/>
              </a:ext>
            </a:extLst>
          </p:cNvPr>
          <p:cNvGrpSpPr/>
          <p:nvPr/>
        </p:nvGrpSpPr>
        <p:grpSpPr>
          <a:xfrm>
            <a:off x="5266728" y="2715336"/>
            <a:ext cx="209160" cy="206640"/>
            <a:chOff x="5266728" y="2715336"/>
            <a:chExt cx="209160" cy="20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Рукописный ввод 11">
                  <a:extLst>
                    <a:ext uri="{FF2B5EF4-FFF2-40B4-BE49-F238E27FC236}">
                      <a16:creationId xmlns:a16="http://schemas.microsoft.com/office/drawing/2014/main" id="{A332E4C8-751B-4102-E0A1-362547FC43F5}"/>
                    </a:ext>
                  </a:extLst>
                </p14:cNvPr>
                <p14:cNvContentPartPr/>
                <p14:nvPr/>
              </p14:nvContentPartPr>
              <p14:xfrm>
                <a:off x="5321088" y="2770416"/>
                <a:ext cx="33480" cy="151560"/>
              </p14:xfrm>
            </p:contentPart>
          </mc:Choice>
          <mc:Fallback>
            <p:pic>
              <p:nvPicPr>
                <p:cNvPr id="12" name="Рукописный ввод 11">
                  <a:extLst>
                    <a:ext uri="{FF2B5EF4-FFF2-40B4-BE49-F238E27FC236}">
                      <a16:creationId xmlns:a16="http://schemas.microsoft.com/office/drawing/2014/main" id="{A332E4C8-751B-4102-E0A1-362547FC43F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314968" y="2764296"/>
                  <a:ext cx="457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Рукописный ввод 12">
                  <a:extLst>
                    <a:ext uri="{FF2B5EF4-FFF2-40B4-BE49-F238E27FC236}">
                      <a16:creationId xmlns:a16="http://schemas.microsoft.com/office/drawing/2014/main" id="{7788BA4B-CCA0-536F-6A88-4076D587885A}"/>
                    </a:ext>
                  </a:extLst>
                </p14:cNvPr>
                <p14:cNvContentPartPr/>
                <p14:nvPr/>
              </p14:nvContentPartPr>
              <p14:xfrm>
                <a:off x="5266728" y="2715336"/>
                <a:ext cx="209160" cy="10800"/>
              </p14:xfrm>
            </p:contentPart>
          </mc:Choice>
          <mc:Fallback>
            <p:pic>
              <p:nvPicPr>
                <p:cNvPr id="13" name="Рукописный ввод 12">
                  <a:extLst>
                    <a:ext uri="{FF2B5EF4-FFF2-40B4-BE49-F238E27FC236}">
                      <a16:creationId xmlns:a16="http://schemas.microsoft.com/office/drawing/2014/main" id="{7788BA4B-CCA0-536F-6A88-4076D587885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60608" y="2709216"/>
                  <a:ext cx="2214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Рукописный ввод 13">
                  <a:extLst>
                    <a:ext uri="{FF2B5EF4-FFF2-40B4-BE49-F238E27FC236}">
                      <a16:creationId xmlns:a16="http://schemas.microsoft.com/office/drawing/2014/main" id="{33D736D9-B0C4-9A8D-40DE-707A4922FFB7}"/>
                    </a:ext>
                  </a:extLst>
                </p14:cNvPr>
                <p14:cNvContentPartPr/>
                <p14:nvPr/>
              </p14:nvContentPartPr>
              <p14:xfrm>
                <a:off x="5303448" y="2743056"/>
                <a:ext cx="22680" cy="121320"/>
              </p14:xfrm>
            </p:contentPart>
          </mc:Choice>
          <mc:Fallback>
            <p:pic>
              <p:nvPicPr>
                <p:cNvPr id="14" name="Рукописный ввод 13">
                  <a:extLst>
                    <a:ext uri="{FF2B5EF4-FFF2-40B4-BE49-F238E27FC236}">
                      <a16:creationId xmlns:a16="http://schemas.microsoft.com/office/drawing/2014/main" id="{33D736D9-B0C4-9A8D-40DE-707A4922FFB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297328" y="2736936"/>
                  <a:ext cx="3492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40D9885C-C13B-9E1A-EB98-7F75D1245C26}"/>
              </a:ext>
            </a:extLst>
          </p:cNvPr>
          <p:cNvGrpSpPr/>
          <p:nvPr/>
        </p:nvGrpSpPr>
        <p:grpSpPr>
          <a:xfrm>
            <a:off x="2871288" y="5730696"/>
            <a:ext cx="182160" cy="130680"/>
            <a:chOff x="2871288" y="5730696"/>
            <a:chExt cx="182160" cy="13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Рукописный ввод 15">
                  <a:extLst>
                    <a:ext uri="{FF2B5EF4-FFF2-40B4-BE49-F238E27FC236}">
                      <a16:creationId xmlns:a16="http://schemas.microsoft.com/office/drawing/2014/main" id="{00E51A8C-0461-7B97-9D6D-1F13413B677F}"/>
                    </a:ext>
                  </a:extLst>
                </p14:cNvPr>
                <p14:cNvContentPartPr/>
                <p14:nvPr/>
              </p14:nvContentPartPr>
              <p14:xfrm>
                <a:off x="2871288" y="5730696"/>
                <a:ext cx="33480" cy="112680"/>
              </p14:xfrm>
            </p:contentPart>
          </mc:Choice>
          <mc:Fallback>
            <p:pic>
              <p:nvPicPr>
                <p:cNvPr id="16" name="Рукописный ввод 15">
                  <a:extLst>
                    <a:ext uri="{FF2B5EF4-FFF2-40B4-BE49-F238E27FC236}">
                      <a16:creationId xmlns:a16="http://schemas.microsoft.com/office/drawing/2014/main" id="{00E51A8C-0461-7B97-9D6D-1F13413B677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865168" y="5724576"/>
                  <a:ext cx="457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Рукописный ввод 16">
                  <a:extLst>
                    <a:ext uri="{FF2B5EF4-FFF2-40B4-BE49-F238E27FC236}">
                      <a16:creationId xmlns:a16="http://schemas.microsoft.com/office/drawing/2014/main" id="{940A425F-3604-B111-A948-52913706C32A}"/>
                    </a:ext>
                  </a:extLst>
                </p14:cNvPr>
                <p14:cNvContentPartPr/>
                <p14:nvPr/>
              </p14:nvContentPartPr>
              <p14:xfrm>
                <a:off x="2889648" y="5843016"/>
                <a:ext cx="163800" cy="18360"/>
              </p14:xfrm>
            </p:contentPart>
          </mc:Choice>
          <mc:Fallback>
            <p:pic>
              <p:nvPicPr>
                <p:cNvPr id="17" name="Рукописный ввод 16">
                  <a:extLst>
                    <a:ext uri="{FF2B5EF4-FFF2-40B4-BE49-F238E27FC236}">
                      <a16:creationId xmlns:a16="http://schemas.microsoft.com/office/drawing/2014/main" id="{940A425F-3604-B111-A948-52913706C32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883528" y="5836896"/>
                  <a:ext cx="17604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7D9DE77C-DBBD-9C2E-337F-2AC73A3769C3}"/>
              </a:ext>
            </a:extLst>
          </p:cNvPr>
          <p:cNvGrpSpPr/>
          <p:nvPr/>
        </p:nvGrpSpPr>
        <p:grpSpPr>
          <a:xfrm>
            <a:off x="9601128" y="868176"/>
            <a:ext cx="174240" cy="164520"/>
            <a:chOff x="9601128" y="868176"/>
            <a:chExt cx="174240" cy="16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9" name="Рукописный ввод 18">
                  <a:extLst>
                    <a:ext uri="{FF2B5EF4-FFF2-40B4-BE49-F238E27FC236}">
                      <a16:creationId xmlns:a16="http://schemas.microsoft.com/office/drawing/2014/main" id="{0A5561C8-181E-47FC-3917-0E0395DB446A}"/>
                    </a:ext>
                  </a:extLst>
                </p14:cNvPr>
                <p14:cNvContentPartPr/>
                <p14:nvPr/>
              </p14:nvContentPartPr>
              <p14:xfrm>
                <a:off x="9601128" y="868176"/>
                <a:ext cx="154800" cy="19080"/>
              </p14:xfrm>
            </p:contentPart>
          </mc:Choice>
          <mc:Fallback>
            <p:pic>
              <p:nvPicPr>
                <p:cNvPr id="19" name="Рукописный ввод 18">
                  <a:extLst>
                    <a:ext uri="{FF2B5EF4-FFF2-40B4-BE49-F238E27FC236}">
                      <a16:creationId xmlns:a16="http://schemas.microsoft.com/office/drawing/2014/main" id="{0A5561C8-181E-47FC-3917-0E0395DB446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595008" y="862056"/>
                  <a:ext cx="1670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0" name="Рукописный ввод 19">
                  <a:extLst>
                    <a:ext uri="{FF2B5EF4-FFF2-40B4-BE49-F238E27FC236}">
                      <a16:creationId xmlns:a16="http://schemas.microsoft.com/office/drawing/2014/main" id="{86B5E324-209E-A84D-EEB2-E1041D75F5F0}"/>
                    </a:ext>
                  </a:extLst>
                </p14:cNvPr>
                <p14:cNvContentPartPr/>
                <p14:nvPr/>
              </p14:nvContentPartPr>
              <p14:xfrm>
                <a:off x="9729288" y="886536"/>
                <a:ext cx="46080" cy="146160"/>
              </p14:xfrm>
            </p:contentPart>
          </mc:Choice>
          <mc:Fallback>
            <p:pic>
              <p:nvPicPr>
                <p:cNvPr id="20" name="Рукописный ввод 19">
                  <a:extLst>
                    <a:ext uri="{FF2B5EF4-FFF2-40B4-BE49-F238E27FC236}">
                      <a16:creationId xmlns:a16="http://schemas.microsoft.com/office/drawing/2014/main" id="{86B5E324-209E-A84D-EEB2-E1041D75F5F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723168" y="880416"/>
                  <a:ext cx="5832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43BBEF47-122A-B429-A7F8-F1ABE0B3F75A}"/>
              </a:ext>
            </a:extLst>
          </p:cNvPr>
          <p:cNvGrpSpPr/>
          <p:nvPr/>
        </p:nvGrpSpPr>
        <p:grpSpPr>
          <a:xfrm>
            <a:off x="1430928" y="2797776"/>
            <a:ext cx="470880" cy="3100320"/>
            <a:chOff x="1430928" y="2797776"/>
            <a:chExt cx="470880" cy="310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2" name="Рукописный ввод 21">
                  <a:extLst>
                    <a:ext uri="{FF2B5EF4-FFF2-40B4-BE49-F238E27FC236}">
                      <a16:creationId xmlns:a16="http://schemas.microsoft.com/office/drawing/2014/main" id="{FF4F9383-078C-2C88-13A4-17D26F0F185A}"/>
                    </a:ext>
                  </a:extLst>
                </p14:cNvPr>
                <p14:cNvContentPartPr/>
                <p14:nvPr/>
              </p14:nvContentPartPr>
              <p14:xfrm>
                <a:off x="1489968" y="2816136"/>
                <a:ext cx="278640" cy="3058920"/>
              </p14:xfrm>
            </p:contentPart>
          </mc:Choice>
          <mc:Fallback>
            <p:pic>
              <p:nvPicPr>
                <p:cNvPr id="22" name="Рукописный ввод 21">
                  <a:extLst>
                    <a:ext uri="{FF2B5EF4-FFF2-40B4-BE49-F238E27FC236}">
                      <a16:creationId xmlns:a16="http://schemas.microsoft.com/office/drawing/2014/main" id="{FF4F9383-078C-2C88-13A4-17D26F0F185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483848" y="2810016"/>
                  <a:ext cx="290880" cy="30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3" name="Рукописный ввод 22">
                  <a:extLst>
                    <a:ext uri="{FF2B5EF4-FFF2-40B4-BE49-F238E27FC236}">
                      <a16:creationId xmlns:a16="http://schemas.microsoft.com/office/drawing/2014/main" id="{C5F66ED0-E6E3-D6A1-4E02-5E80DCBA5F0A}"/>
                    </a:ext>
                  </a:extLst>
                </p14:cNvPr>
                <p14:cNvContentPartPr/>
                <p14:nvPr/>
              </p14:nvContentPartPr>
              <p14:xfrm>
                <a:off x="1722528" y="5803776"/>
                <a:ext cx="79200" cy="94320"/>
              </p14:xfrm>
            </p:contentPart>
          </mc:Choice>
          <mc:Fallback>
            <p:pic>
              <p:nvPicPr>
                <p:cNvPr id="23" name="Рукописный ввод 22">
                  <a:extLst>
                    <a:ext uri="{FF2B5EF4-FFF2-40B4-BE49-F238E27FC236}">
                      <a16:creationId xmlns:a16="http://schemas.microsoft.com/office/drawing/2014/main" id="{C5F66ED0-E6E3-D6A1-4E02-5E80DCBA5F0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716408" y="5797656"/>
                  <a:ext cx="914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Рукописный ввод 23">
                  <a:extLst>
                    <a:ext uri="{FF2B5EF4-FFF2-40B4-BE49-F238E27FC236}">
                      <a16:creationId xmlns:a16="http://schemas.microsoft.com/office/drawing/2014/main" id="{03A62404-2E94-6576-3467-9AAEADC281DD}"/>
                    </a:ext>
                  </a:extLst>
                </p14:cNvPr>
                <p14:cNvContentPartPr/>
                <p14:nvPr/>
              </p14:nvContentPartPr>
              <p14:xfrm>
                <a:off x="1792368" y="5633136"/>
                <a:ext cx="109440" cy="264960"/>
              </p14:xfrm>
            </p:contentPart>
          </mc:Choice>
          <mc:Fallback>
            <p:pic>
              <p:nvPicPr>
                <p:cNvPr id="24" name="Рукописный ввод 23">
                  <a:extLst>
                    <a:ext uri="{FF2B5EF4-FFF2-40B4-BE49-F238E27FC236}">
                      <a16:creationId xmlns:a16="http://schemas.microsoft.com/office/drawing/2014/main" id="{03A62404-2E94-6576-3467-9AAEADC281D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786248" y="5627016"/>
                  <a:ext cx="1216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6" name="Рукописный ввод 25">
                  <a:extLst>
                    <a:ext uri="{FF2B5EF4-FFF2-40B4-BE49-F238E27FC236}">
                      <a16:creationId xmlns:a16="http://schemas.microsoft.com/office/drawing/2014/main" id="{2E3C55DC-94E7-8687-0ED9-E0BC0792D539}"/>
                    </a:ext>
                  </a:extLst>
                </p14:cNvPr>
                <p14:cNvContentPartPr/>
                <p14:nvPr/>
              </p14:nvContentPartPr>
              <p14:xfrm>
                <a:off x="1430928" y="2807136"/>
                <a:ext cx="78120" cy="216360"/>
              </p14:xfrm>
            </p:contentPart>
          </mc:Choice>
          <mc:Fallback>
            <p:pic>
              <p:nvPicPr>
                <p:cNvPr id="26" name="Рукописный ввод 25">
                  <a:extLst>
                    <a:ext uri="{FF2B5EF4-FFF2-40B4-BE49-F238E27FC236}">
                      <a16:creationId xmlns:a16="http://schemas.microsoft.com/office/drawing/2014/main" id="{2E3C55DC-94E7-8687-0ED9-E0BC0792D53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424808" y="2801016"/>
                  <a:ext cx="903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7" name="Рукописный ввод 26">
                  <a:extLst>
                    <a:ext uri="{FF2B5EF4-FFF2-40B4-BE49-F238E27FC236}">
                      <a16:creationId xmlns:a16="http://schemas.microsoft.com/office/drawing/2014/main" id="{B2A71D75-16A2-8441-BDD2-28232EF2C6E2}"/>
                    </a:ext>
                  </a:extLst>
                </p14:cNvPr>
                <p14:cNvContentPartPr/>
                <p14:nvPr/>
              </p14:nvContentPartPr>
              <p14:xfrm>
                <a:off x="1508328" y="2797776"/>
                <a:ext cx="182160" cy="256680"/>
              </p14:xfrm>
            </p:contentPart>
          </mc:Choice>
          <mc:Fallback>
            <p:pic>
              <p:nvPicPr>
                <p:cNvPr id="27" name="Рукописный ввод 26">
                  <a:extLst>
                    <a:ext uri="{FF2B5EF4-FFF2-40B4-BE49-F238E27FC236}">
                      <a16:creationId xmlns:a16="http://schemas.microsoft.com/office/drawing/2014/main" id="{B2A71D75-16A2-8441-BDD2-28232EF2C6E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502208" y="2791656"/>
                  <a:ext cx="194400" cy="26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9" name="Рукописный ввод 28">
                <a:extLst>
                  <a:ext uri="{FF2B5EF4-FFF2-40B4-BE49-F238E27FC236}">
                    <a16:creationId xmlns:a16="http://schemas.microsoft.com/office/drawing/2014/main" id="{78ECEABF-7101-10E6-4907-6EE576DAE753}"/>
                  </a:ext>
                </a:extLst>
              </p14:cNvPr>
              <p14:cNvContentPartPr/>
              <p14:nvPr/>
            </p14:nvContentPartPr>
            <p14:xfrm>
              <a:off x="6965928" y="2505456"/>
              <a:ext cx="1309320" cy="759600"/>
            </p14:xfrm>
          </p:contentPart>
        </mc:Choice>
        <mc:Fallback>
          <p:pic>
            <p:nvPicPr>
              <p:cNvPr id="29" name="Рукописный ввод 28">
                <a:extLst>
                  <a:ext uri="{FF2B5EF4-FFF2-40B4-BE49-F238E27FC236}">
                    <a16:creationId xmlns:a16="http://schemas.microsoft.com/office/drawing/2014/main" id="{78ECEABF-7101-10E6-4907-6EE576DAE753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948288" y="2487456"/>
                <a:ext cx="1344960" cy="79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885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9FCFB2-E137-5065-20CA-95BD48B43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889AE1-4904-A7E6-6E59-69D29E00E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Джойним</a:t>
            </a:r>
            <a:r>
              <a:rPr lang="ru-RU" dirty="0"/>
              <a:t> таблицы </a:t>
            </a:r>
            <a:r>
              <a:rPr lang="en-US" dirty="0" err="1"/>
              <a:t>traffers_stat</a:t>
            </a:r>
            <a:r>
              <a:rPr lang="ru-RU" dirty="0"/>
              <a:t>,  </a:t>
            </a:r>
            <a:r>
              <a:rPr lang="en-US" dirty="0" err="1"/>
              <a:t>traffers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creos</a:t>
            </a:r>
            <a:r>
              <a:rPr lang="ru-RU" dirty="0"/>
              <a:t> по ключам, как показано на предыдущем слайде.</a:t>
            </a:r>
          </a:p>
          <a:p>
            <a:r>
              <a:rPr lang="ru-RU" dirty="0"/>
              <a:t>Фильтруем по полю </a:t>
            </a:r>
            <a:r>
              <a:rPr lang="en-US" dirty="0" err="1"/>
              <a:t>platform_name</a:t>
            </a:r>
            <a:r>
              <a:rPr lang="en-US" dirty="0"/>
              <a:t>=</a:t>
            </a:r>
            <a:r>
              <a:rPr lang="ru-RU" dirty="0"/>
              <a:t>ФБ</a:t>
            </a:r>
          </a:p>
          <a:p>
            <a:endParaRPr lang="ru-RU" dirty="0"/>
          </a:p>
          <a:p>
            <a:endParaRPr lang="ru-RU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CC09E406-8264-2643-C8ED-829BB6A3FD01}"/>
                  </a:ext>
                </a:extLst>
              </p14:cNvPr>
              <p14:cNvContentPartPr/>
              <p14:nvPr/>
            </p14:nvContentPartPr>
            <p14:xfrm>
              <a:off x="1636848" y="2240136"/>
              <a:ext cx="360" cy="360"/>
            </p14:xfrm>
          </p:contentPart>
        </mc:Choice>
        <mc:Fallback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CC09E406-8264-2643-C8ED-829BB6A3FD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18848" y="222213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B8C16CB6-06FC-B111-A351-64728A680715}"/>
                  </a:ext>
                </a:extLst>
              </p14:cNvPr>
              <p14:cNvContentPartPr/>
              <p14:nvPr/>
            </p14:nvContentPartPr>
            <p14:xfrm>
              <a:off x="1883448" y="2925936"/>
              <a:ext cx="360" cy="360"/>
            </p14:xfrm>
          </p:contentPart>
        </mc:Choice>
        <mc:Fallback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B8C16CB6-06FC-B111-A351-64728A6807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65448" y="2908296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3032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7ED549-2AAD-9B1D-2FC0-DD2503342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сводить данные для ТГ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987451-3B85-074B-8AFC-43D93399E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D8E4F57D-F263-DE43-4AF5-DF71A338C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2137" y="4153060"/>
            <a:ext cx="8478433" cy="2381582"/>
          </a:xfrm>
          <a:prstGeom prst="rect">
            <a:avLst/>
          </a:prstGeom>
        </p:spPr>
      </p:pic>
      <p:pic>
        <p:nvPicPr>
          <p:cNvPr id="5" name="Объект 4">
            <a:extLst>
              <a:ext uri="{FF2B5EF4-FFF2-40B4-BE49-F238E27FC236}">
                <a16:creationId xmlns:a16="http://schemas.microsoft.com/office/drawing/2014/main" id="{549CBAAA-1F3C-A7E5-0F4B-FC09428817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472" y="1514149"/>
            <a:ext cx="10515600" cy="248714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F1DD198-D864-C949-FC98-1C300C3C67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6024" y="4136231"/>
            <a:ext cx="6211167" cy="2686425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F14CAA19-24DA-2EE1-3078-CD103647DC47}"/>
              </a:ext>
            </a:extLst>
          </p:cNvPr>
          <p:cNvGrpSpPr/>
          <p:nvPr/>
        </p:nvGrpSpPr>
        <p:grpSpPr>
          <a:xfrm>
            <a:off x="2280838" y="1771731"/>
            <a:ext cx="6325920" cy="2810880"/>
            <a:chOff x="2280838" y="1771731"/>
            <a:chExt cx="6325920" cy="281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Рукописный ввод 6">
                  <a:extLst>
                    <a:ext uri="{FF2B5EF4-FFF2-40B4-BE49-F238E27FC236}">
                      <a16:creationId xmlns:a16="http://schemas.microsoft.com/office/drawing/2014/main" id="{A8A6D826-3F29-F37A-E5E0-0593401FDE57}"/>
                    </a:ext>
                  </a:extLst>
                </p14:cNvPr>
                <p14:cNvContentPartPr/>
                <p14:nvPr/>
              </p14:nvContentPartPr>
              <p14:xfrm>
                <a:off x="2298118" y="1774971"/>
                <a:ext cx="6308640" cy="2807640"/>
              </p14:xfrm>
            </p:contentPart>
          </mc:Choice>
          <mc:Fallback>
            <p:pic>
              <p:nvPicPr>
                <p:cNvPr id="7" name="Рукописный ввод 6">
                  <a:extLst>
                    <a:ext uri="{FF2B5EF4-FFF2-40B4-BE49-F238E27FC236}">
                      <a16:creationId xmlns:a16="http://schemas.microsoft.com/office/drawing/2014/main" id="{A8A6D826-3F29-F37A-E5E0-0593401FDE5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291998" y="1768851"/>
                  <a:ext cx="6320880" cy="28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Рукописный ввод 7">
                  <a:extLst>
                    <a:ext uri="{FF2B5EF4-FFF2-40B4-BE49-F238E27FC236}">
                      <a16:creationId xmlns:a16="http://schemas.microsoft.com/office/drawing/2014/main" id="{4334BAED-0D65-9AF3-F85C-FB1726790E5B}"/>
                    </a:ext>
                  </a:extLst>
                </p14:cNvPr>
                <p14:cNvContentPartPr/>
                <p14:nvPr/>
              </p14:nvContentPartPr>
              <p14:xfrm>
                <a:off x="2280838" y="1781451"/>
                <a:ext cx="59400" cy="183600"/>
              </p14:xfrm>
            </p:contentPart>
          </mc:Choice>
          <mc:Fallback>
            <p:pic>
              <p:nvPicPr>
                <p:cNvPr id="8" name="Рукописный ввод 7">
                  <a:extLst>
                    <a:ext uri="{FF2B5EF4-FFF2-40B4-BE49-F238E27FC236}">
                      <a16:creationId xmlns:a16="http://schemas.microsoft.com/office/drawing/2014/main" id="{4334BAED-0D65-9AF3-F85C-FB1726790E5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274718" y="1775331"/>
                  <a:ext cx="716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Рукописный ввод 8">
                  <a:extLst>
                    <a:ext uri="{FF2B5EF4-FFF2-40B4-BE49-F238E27FC236}">
                      <a16:creationId xmlns:a16="http://schemas.microsoft.com/office/drawing/2014/main" id="{AB581D8A-3433-7F98-2F8B-5905FF952B65}"/>
                    </a:ext>
                  </a:extLst>
                </p14:cNvPr>
                <p14:cNvContentPartPr/>
                <p14:nvPr/>
              </p14:nvContentPartPr>
              <p14:xfrm>
                <a:off x="2318638" y="1771731"/>
                <a:ext cx="350280" cy="7920"/>
              </p14:xfrm>
            </p:contentPart>
          </mc:Choice>
          <mc:Fallback>
            <p:pic>
              <p:nvPicPr>
                <p:cNvPr id="9" name="Рукописный ввод 8">
                  <a:extLst>
                    <a:ext uri="{FF2B5EF4-FFF2-40B4-BE49-F238E27FC236}">
                      <a16:creationId xmlns:a16="http://schemas.microsoft.com/office/drawing/2014/main" id="{AB581D8A-3433-7F98-2F8B-5905FF952B6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312518" y="1765611"/>
                  <a:ext cx="362520" cy="2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Рукописный ввод 10">
                <a:extLst>
                  <a:ext uri="{FF2B5EF4-FFF2-40B4-BE49-F238E27FC236}">
                    <a16:creationId xmlns:a16="http://schemas.microsoft.com/office/drawing/2014/main" id="{605A3BEB-1527-0874-EEB4-77447C513A98}"/>
                  </a:ext>
                </a:extLst>
              </p14:cNvPr>
              <p14:cNvContentPartPr/>
              <p14:nvPr/>
            </p14:nvContentPartPr>
            <p14:xfrm>
              <a:off x="8462038" y="4477491"/>
              <a:ext cx="182880" cy="238680"/>
            </p14:xfrm>
          </p:contentPart>
        </mc:Choice>
        <mc:Fallback>
          <p:pic>
            <p:nvPicPr>
              <p:cNvPr id="11" name="Рукописный ввод 10">
                <a:extLst>
                  <a:ext uri="{FF2B5EF4-FFF2-40B4-BE49-F238E27FC236}">
                    <a16:creationId xmlns:a16="http://schemas.microsoft.com/office/drawing/2014/main" id="{605A3BEB-1527-0874-EEB4-77447C513A9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455918" y="4471371"/>
                <a:ext cx="195120" cy="25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FA58E705-101B-7FE4-9C3C-D03A99DFBDC6}"/>
              </a:ext>
            </a:extLst>
          </p:cNvPr>
          <p:cNvGrpSpPr/>
          <p:nvPr/>
        </p:nvGrpSpPr>
        <p:grpSpPr>
          <a:xfrm>
            <a:off x="386158" y="1734651"/>
            <a:ext cx="4536360" cy="3166200"/>
            <a:chOff x="386158" y="1734651"/>
            <a:chExt cx="4536360" cy="316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Рукописный ввод 11">
                  <a:extLst>
                    <a:ext uri="{FF2B5EF4-FFF2-40B4-BE49-F238E27FC236}">
                      <a16:creationId xmlns:a16="http://schemas.microsoft.com/office/drawing/2014/main" id="{51707817-4DB4-C1CA-1A18-1ACBC9279831}"/>
                    </a:ext>
                  </a:extLst>
                </p14:cNvPr>
                <p14:cNvContentPartPr/>
                <p14:nvPr/>
              </p14:nvContentPartPr>
              <p14:xfrm>
                <a:off x="386158" y="1762731"/>
                <a:ext cx="4384080" cy="3086280"/>
              </p14:xfrm>
            </p:contentPart>
          </mc:Choice>
          <mc:Fallback>
            <p:pic>
              <p:nvPicPr>
                <p:cNvPr id="12" name="Рукописный ввод 11">
                  <a:extLst>
                    <a:ext uri="{FF2B5EF4-FFF2-40B4-BE49-F238E27FC236}">
                      <a16:creationId xmlns:a16="http://schemas.microsoft.com/office/drawing/2014/main" id="{51707817-4DB4-C1CA-1A18-1ACBC927983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80038" y="1756611"/>
                  <a:ext cx="4396320" cy="30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Рукописный ввод 12">
                  <a:extLst>
                    <a:ext uri="{FF2B5EF4-FFF2-40B4-BE49-F238E27FC236}">
                      <a16:creationId xmlns:a16="http://schemas.microsoft.com/office/drawing/2014/main" id="{37537F94-1737-C1BA-CB4F-A90D19868391}"/>
                    </a:ext>
                  </a:extLst>
                </p14:cNvPr>
                <p14:cNvContentPartPr/>
                <p14:nvPr/>
              </p14:nvContentPartPr>
              <p14:xfrm>
                <a:off x="4665838" y="1734651"/>
                <a:ext cx="256680" cy="243720"/>
              </p14:xfrm>
            </p:contentPart>
          </mc:Choice>
          <mc:Fallback>
            <p:pic>
              <p:nvPicPr>
                <p:cNvPr id="13" name="Рукописный ввод 12">
                  <a:extLst>
                    <a:ext uri="{FF2B5EF4-FFF2-40B4-BE49-F238E27FC236}">
                      <a16:creationId xmlns:a16="http://schemas.microsoft.com/office/drawing/2014/main" id="{37537F94-1737-C1BA-CB4F-A90D1986839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59718" y="1728531"/>
                  <a:ext cx="2689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Рукописный ввод 14">
                  <a:extLst>
                    <a:ext uri="{FF2B5EF4-FFF2-40B4-BE49-F238E27FC236}">
                      <a16:creationId xmlns:a16="http://schemas.microsoft.com/office/drawing/2014/main" id="{94222EAF-E008-084F-7469-3F0A65930F40}"/>
                    </a:ext>
                  </a:extLst>
                </p14:cNvPr>
                <p14:cNvContentPartPr/>
                <p14:nvPr/>
              </p14:nvContentPartPr>
              <p14:xfrm>
                <a:off x="1457518" y="1767411"/>
                <a:ext cx="2454840" cy="3050280"/>
              </p14:xfrm>
            </p:contentPart>
          </mc:Choice>
          <mc:Fallback>
            <p:pic>
              <p:nvPicPr>
                <p:cNvPr id="15" name="Рукописный ввод 14">
                  <a:extLst>
                    <a:ext uri="{FF2B5EF4-FFF2-40B4-BE49-F238E27FC236}">
                      <a16:creationId xmlns:a16="http://schemas.microsoft.com/office/drawing/2014/main" id="{94222EAF-E008-084F-7469-3F0A65930F4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451398" y="1761291"/>
                  <a:ext cx="2467080" cy="30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Рукописный ввод 15">
                  <a:extLst>
                    <a:ext uri="{FF2B5EF4-FFF2-40B4-BE49-F238E27FC236}">
                      <a16:creationId xmlns:a16="http://schemas.microsoft.com/office/drawing/2014/main" id="{33918E71-7C5C-4A8F-FB65-15E56ED6A61A}"/>
                    </a:ext>
                  </a:extLst>
                </p14:cNvPr>
                <p14:cNvContentPartPr/>
                <p14:nvPr/>
              </p14:nvContentPartPr>
              <p14:xfrm>
                <a:off x="1404238" y="1762731"/>
                <a:ext cx="47520" cy="147600"/>
              </p14:xfrm>
            </p:contentPart>
          </mc:Choice>
          <mc:Fallback>
            <p:pic>
              <p:nvPicPr>
                <p:cNvPr id="16" name="Рукописный ввод 15">
                  <a:extLst>
                    <a:ext uri="{FF2B5EF4-FFF2-40B4-BE49-F238E27FC236}">
                      <a16:creationId xmlns:a16="http://schemas.microsoft.com/office/drawing/2014/main" id="{33918E71-7C5C-4A8F-FB65-15E56ED6A61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398118" y="1756611"/>
                  <a:ext cx="597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Рукописный ввод 16">
                  <a:extLst>
                    <a:ext uri="{FF2B5EF4-FFF2-40B4-BE49-F238E27FC236}">
                      <a16:creationId xmlns:a16="http://schemas.microsoft.com/office/drawing/2014/main" id="{6FA1579A-8B85-0A99-9223-8BFAF397BC5C}"/>
                    </a:ext>
                  </a:extLst>
                </p14:cNvPr>
                <p14:cNvContentPartPr/>
                <p14:nvPr/>
              </p14:nvContentPartPr>
              <p14:xfrm>
                <a:off x="1451398" y="1781451"/>
                <a:ext cx="370080" cy="185760"/>
              </p14:xfrm>
            </p:contentPart>
          </mc:Choice>
          <mc:Fallback>
            <p:pic>
              <p:nvPicPr>
                <p:cNvPr id="17" name="Рукописный ввод 16">
                  <a:extLst>
                    <a:ext uri="{FF2B5EF4-FFF2-40B4-BE49-F238E27FC236}">
                      <a16:creationId xmlns:a16="http://schemas.microsoft.com/office/drawing/2014/main" id="{6FA1579A-8B85-0A99-9223-8BFAF397BC5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45278" y="1775331"/>
                  <a:ext cx="3823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9" name="Рукописный ввод 18">
                  <a:extLst>
                    <a:ext uri="{FF2B5EF4-FFF2-40B4-BE49-F238E27FC236}">
                      <a16:creationId xmlns:a16="http://schemas.microsoft.com/office/drawing/2014/main" id="{BD0B8690-0DED-FEC6-0263-165C6464E3DF}"/>
                    </a:ext>
                  </a:extLst>
                </p14:cNvPr>
                <p14:cNvContentPartPr/>
                <p14:nvPr/>
              </p14:nvContentPartPr>
              <p14:xfrm>
                <a:off x="3752518" y="4675491"/>
                <a:ext cx="216000" cy="225360"/>
              </p14:xfrm>
            </p:contentPart>
          </mc:Choice>
          <mc:Fallback>
            <p:pic>
              <p:nvPicPr>
                <p:cNvPr id="19" name="Рукописный ввод 18">
                  <a:extLst>
                    <a:ext uri="{FF2B5EF4-FFF2-40B4-BE49-F238E27FC236}">
                      <a16:creationId xmlns:a16="http://schemas.microsoft.com/office/drawing/2014/main" id="{BD0B8690-0DED-FEC6-0263-165C6464E3D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746398" y="4669371"/>
                  <a:ext cx="228240" cy="237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40263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4C750D-4053-DD53-36CA-6A280DEC1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873D0B-5DD0-6DF5-DCBE-3EBC4C659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Джойним</a:t>
            </a:r>
            <a:r>
              <a:rPr lang="ru-RU" dirty="0"/>
              <a:t> таблицы </a:t>
            </a:r>
            <a:r>
              <a:rPr lang="en-US" dirty="0" err="1"/>
              <a:t>buyer_stats_today_start_sub</a:t>
            </a:r>
            <a:r>
              <a:rPr lang="ru-RU" dirty="0"/>
              <a:t>,  </a:t>
            </a:r>
            <a:r>
              <a:rPr lang="en-US" dirty="0" err="1"/>
              <a:t>traffers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creos</a:t>
            </a:r>
            <a:r>
              <a:rPr lang="ru-RU" dirty="0"/>
              <a:t> по ключам, как показано на предыдущем слайде.</a:t>
            </a:r>
          </a:p>
          <a:p>
            <a:r>
              <a:rPr lang="ru-RU" dirty="0"/>
              <a:t>Фильтруем по полю </a:t>
            </a:r>
            <a:r>
              <a:rPr lang="en-US" dirty="0" err="1"/>
              <a:t>platform_name</a:t>
            </a:r>
            <a:r>
              <a:rPr lang="en-US" dirty="0"/>
              <a:t>=</a:t>
            </a:r>
            <a:r>
              <a:rPr lang="ru-RU" dirty="0"/>
              <a:t>ТГ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27754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641</Words>
  <Application>Microsoft Office PowerPoint</Application>
  <PresentationFormat>Широкоэкранный</PresentationFormat>
  <Paragraphs>130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Тема Office</vt:lpstr>
      <vt:lpstr>Дашборд</vt:lpstr>
      <vt:lpstr>Описание таблиц</vt:lpstr>
      <vt:lpstr>Список таблиц в БД (описываются не все, так как часть таблиц уже не используется либо не несет необходимой информации)</vt:lpstr>
      <vt:lpstr>Справочник Bloggers</vt:lpstr>
      <vt:lpstr>Справочник Traffers</vt:lpstr>
      <vt:lpstr>Creos – таблицы траферов</vt:lpstr>
      <vt:lpstr>Creos – соответствие данных</vt:lpstr>
      <vt:lpstr>Traffers_stat - статистика по траферам – берется из Кейтаро и сводится по траферам (кампания New Rami chatter pb)</vt:lpstr>
      <vt:lpstr>Traffers_stat</vt:lpstr>
      <vt:lpstr>buyer_stats_today_start_sub – статистика, которая сводится по данным из БД телеграм-бота, статистики из Кейтаро (кампания “New Pocket”) – используется в дашборде Баеров</vt:lpstr>
      <vt:lpstr>buyer_stats_today_start_sub – статистика, которая сводится по данным из БД телеграм-бота, статистики из Кейтаро (кампания “New Pocket”)</vt:lpstr>
      <vt:lpstr>buyer_stats_today_start_sub_country – статистика, которая сводится по данным статистики из Кейтаро (кампания “New Pocket”) – позволяет анализировать только данные от брокера</vt:lpstr>
      <vt:lpstr>buyer_stats_today_start_sub_country</vt:lpstr>
      <vt:lpstr>Как сводить данные для ФБ</vt:lpstr>
      <vt:lpstr>Алгоритм</vt:lpstr>
      <vt:lpstr>Как сводить данные для ТГ</vt:lpstr>
      <vt:lpstr>Алгоритм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andy</dc:creator>
  <cp:lastModifiedBy>andy</cp:lastModifiedBy>
  <cp:revision>3</cp:revision>
  <dcterms:created xsi:type="dcterms:W3CDTF">2026-10-02T13:55:53Z</dcterms:created>
  <dcterms:modified xsi:type="dcterms:W3CDTF">2026-10-05T16:17:02Z</dcterms:modified>
</cp:coreProperties>
</file>